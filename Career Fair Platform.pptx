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9.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19.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4.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1.xml" ContentType="application/vnd.openxmlformats-officedocument.presentationml.slideLayout+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1.xml.rels" ContentType="application/vnd.openxmlformats-package.relationships+xml"/>
  <Override PartName="/ppt/slideLayouts/_rels/slideLayout1.xml.rels" ContentType="application/vnd.openxmlformats-package.relationships+xml"/>
  <Override PartName="/ppt/slideLayouts/_rels/slideLayout19.xml.rels" ContentType="application/vnd.openxmlformats-package.relationships+xml"/>
  <Override PartName="/ppt/slideLayouts/_rels/slideLayout20.xml.rels" ContentType="application/vnd.openxmlformats-package.relationships+xml"/>
  <Override PartName="/ppt/slideLayouts/_rels/slideLayout18.xml.rels" ContentType="application/vnd.openxmlformats-package.relationships+xml"/>
  <Override PartName="/ppt/slideLayouts/slideLayout3.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5.xml" ContentType="application/vnd.openxmlformats-officedocument.presentationml.slideLayout+xml"/>
  <Override PartName="/ppt/slides/slide1.xml" ContentType="application/vnd.openxmlformats-officedocument.presentationml.slide+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_rels/presentation.xml.rels" ContentType="application/vnd.openxmlformats-package.relationships+xml"/>
  <Override PartName="/ppt/media/image1.jpeg" ContentType="image/jpeg"/>
  <Override PartName="/ppt/media/image2.jpeg" ContentType="image/jpeg"/>
  <Override PartName="/ppt/media/image3.jpeg" ContentType="image/jpeg"/>
  <Override PartName="/ppt/media/image4.jpeg" ContentType="image/jpeg"/>
  <Override PartName="/ppt/media/image5.jpeg" ContentType="image/jpeg"/>
  <Override PartName="/ppt/media/image6.jpeg" ContentType="image/jpeg"/>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7"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19.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tBDfr" TargetMode="Externa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9.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bg>
      <p:bgPr>
        <a:solidFill>
          <a:schemeClr val="lt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2189880" y="2574000"/>
            <a:ext cx="4493520" cy="1495800"/>
          </a:xfrm>
          <a:prstGeom prst="rect">
            <a:avLst/>
          </a:prstGeom>
          <a:noFill/>
          <a:ln w="0">
            <a:noFill/>
          </a:ln>
          <a:effectLst>
            <a:outerShdw dist="19080" dir="5400000" blurRad="57240" rotWithShape="0">
              <a:srgbClr val="000000">
                <a:alpha val="50000"/>
              </a:srgbClr>
            </a:outerShdw>
          </a:effectLst>
        </p:spPr>
        <p:txBody>
          <a:bodyPr lIns="91440" rIns="91440" tIns="91440" bIns="91440" anchor="b">
            <a:noAutofit/>
          </a:bodyPr>
          <a:p>
            <a:pPr indent="0">
              <a:buNone/>
            </a:pPr>
            <a:r>
              <a:rPr b="0" lang="fr-FR" sz="4200" strike="noStrike" u="none">
                <a:solidFill>
                  <a:schemeClr val="dk1"/>
                </a:solidFill>
                <a:effectLst/>
                <a:uFillTx/>
                <a:latin typeface="Arial"/>
              </a:rPr>
              <a:t>Click to edit the title text format</a:t>
            </a:r>
            <a:endParaRPr b="0" lang="fr-FR" sz="4200" strike="noStrike" u="none">
              <a:solidFill>
                <a:schemeClr val="dk1"/>
              </a:solidFill>
              <a:effectLst/>
              <a:uFillTx/>
              <a:latin typeface="Arial"/>
            </a:endParaRPr>
          </a:p>
        </p:txBody>
      </p:sp>
      <p:sp>
        <p:nvSpPr>
          <p:cNvPr id="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bg>
      <p:bgPr>
        <a:solidFill>
          <a:schemeClr val="lt1"/>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284120" y="1555560"/>
            <a:ext cx="6575760" cy="1359720"/>
          </a:xfrm>
          <a:prstGeom prst="rect">
            <a:avLst/>
          </a:prstGeom>
          <a:noFill/>
          <a:ln w="0">
            <a:noFill/>
          </a:ln>
        </p:spPr>
        <p:txBody>
          <a:bodyPr lIns="91440" rIns="91440" tIns="91440" bIns="91440" anchor="b">
            <a:noAutofit/>
          </a:bodyPr>
          <a:p>
            <a:pPr indent="0" algn="ctr">
              <a:lnSpc>
                <a:spcPct val="100000"/>
              </a:lnSpc>
              <a:buNone/>
            </a:pPr>
            <a:r>
              <a:rPr b="1" lang="fr-FR" sz="6000" strike="noStrike" u="none">
                <a:solidFill>
                  <a:schemeClr val="accent1"/>
                </a:solidFill>
                <a:effectLst/>
                <a:uFillTx/>
                <a:latin typeface="Manrope"/>
                <a:ea typeface="Manrope"/>
              </a:rPr>
              <a:t>xx%</a:t>
            </a:r>
            <a:endParaRPr b="0" lang="fr-FR" sz="6000" strike="noStrike" u="none">
              <a:solidFill>
                <a:schemeClr val="dk1"/>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
    <p:bg>
      <p:bgPr>
        <a:solidFill>
          <a:schemeClr val="lt1"/>
        </a:solidFill>
      </p:bgPr>
    </p:bg>
    <p:spTree>
      <p:nvGrpSpPr>
        <p:cNvPr id="1" name=""/>
        <p:cNvGrpSpPr/>
        <p:nvPr/>
      </p:nvGrpSpPr>
      <p:grpSpPr>
        <a:xfrm>
          <a:off x="0" y="0"/>
          <a:ext cx="0" cy="0"/>
          <a:chOff x="0" y="0"/>
          <a:chExt cx="0" cy="0"/>
        </a:xfrm>
      </p:grpSpPr>
      <p:sp>
        <p:nvSpPr>
          <p:cNvPr id="3" name="Google Shape;47;p13"/>
          <p:cNvSpPr/>
          <p:nvPr/>
        </p:nvSpPr>
        <p:spPr>
          <a:xfrm>
            <a:off x="228600" y="136080"/>
            <a:ext cx="3499920" cy="4871520"/>
          </a:xfrm>
          <a:prstGeom prst="roundRect">
            <a:avLst>
              <a:gd name="adj" fmla="val 8403"/>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4" name="Google Shape;48;p13"/>
          <p:cNvSpPr/>
          <p:nvPr/>
        </p:nvSpPr>
        <p:spPr>
          <a:xfrm>
            <a:off x="383400" y="379080"/>
            <a:ext cx="3191760" cy="271440"/>
          </a:xfrm>
          <a:prstGeom prst="roundRect">
            <a:avLst>
              <a:gd name="adj" fmla="val 50000"/>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 name="PlaceHolder 1"/>
          <p:cNvSpPr>
            <a:spLocks noGrp="1"/>
          </p:cNvSpPr>
          <p:nvPr>
            <p:ph type="title"/>
          </p:nvPr>
        </p:nvSpPr>
        <p:spPr>
          <a:xfrm>
            <a:off x="3979440" y="228600"/>
            <a:ext cx="4444200" cy="572400"/>
          </a:xfrm>
          <a:prstGeom prst="rect">
            <a:avLst/>
          </a:prstGeom>
          <a:noFill/>
          <a:ln w="0">
            <a:noFill/>
          </a:ln>
        </p:spPr>
        <p:txBody>
          <a:bodyPr lIns="91440" rIns="91440" tIns="91440" bIns="91440" anchor="t">
            <a:noAutofit/>
          </a:bodyPr>
          <a:p>
            <a:pPr indent="0">
              <a:buNone/>
            </a:pPr>
            <a:r>
              <a:rPr b="0" lang="fr-FR" sz="2700" strike="noStrike" u="none">
                <a:solidFill>
                  <a:schemeClr val="dk1"/>
                </a:solidFill>
                <a:effectLst/>
                <a:uFillTx/>
                <a:latin typeface="Arial"/>
              </a:rPr>
              <a:t>Click to edit the title text format</a:t>
            </a:r>
            <a:endParaRPr b="0" lang="fr-FR" sz="2700" strike="noStrike" u="none">
              <a:solidFill>
                <a:schemeClr val="dk1"/>
              </a:solidFill>
              <a:effectLst/>
              <a:uFillTx/>
              <a:latin typeface="Arial"/>
            </a:endParaRPr>
          </a:p>
        </p:txBody>
      </p:sp>
      <p:sp>
        <p:nvSpPr>
          <p:cNvPr id="6" name="PlaceHolder 2"/>
          <p:cNvSpPr>
            <a:spLocks noGrp="1"/>
          </p:cNvSpPr>
          <p:nvPr>
            <p:ph type="title"/>
          </p:nvPr>
        </p:nvSpPr>
        <p:spPr>
          <a:xfrm>
            <a:off x="228600" y="920880"/>
            <a:ext cx="502560" cy="445680"/>
          </a:xfrm>
          <a:prstGeom prst="rect">
            <a:avLst/>
          </a:prstGeom>
          <a:noFill/>
          <a:ln w="0">
            <a:noFill/>
          </a:ln>
        </p:spPr>
        <p:txBody>
          <a:bodyPr lIns="91440" rIns="91440" tIns="91440" bIns="91440" anchor="ctr">
            <a:noAutofit/>
          </a:bodyPr>
          <a:p>
            <a:pPr indent="0" algn="r">
              <a:lnSpc>
                <a:spcPct val="100000"/>
              </a:lnSpc>
              <a:buNone/>
            </a:pPr>
            <a:r>
              <a:rPr b="1" lang="fr-FR" sz="1800" strike="noStrike" u="none">
                <a:solidFill>
                  <a:schemeClr val="dk1"/>
                </a:solidFill>
                <a:effectLst/>
                <a:uFillTx/>
                <a:latin typeface="Manrope"/>
                <a:ea typeface="Manrope"/>
              </a:rPr>
              <a:t>xx%</a:t>
            </a:r>
            <a:endParaRPr b="0" lang="fr-FR" sz="1800" strike="noStrike" u="none">
              <a:solidFill>
                <a:schemeClr val="dk1"/>
              </a:solidFill>
              <a:effectLst/>
              <a:uFillTx/>
              <a:latin typeface="Arial"/>
            </a:endParaRPr>
          </a:p>
        </p:txBody>
      </p:sp>
      <p:sp>
        <p:nvSpPr>
          <p:cNvPr id="7" name="PlaceHolder 3"/>
          <p:cNvSpPr>
            <a:spLocks noGrp="1"/>
          </p:cNvSpPr>
          <p:nvPr>
            <p:ph type="title"/>
          </p:nvPr>
        </p:nvSpPr>
        <p:spPr>
          <a:xfrm>
            <a:off x="228600" y="1427760"/>
            <a:ext cx="502560" cy="445680"/>
          </a:xfrm>
          <a:prstGeom prst="rect">
            <a:avLst/>
          </a:prstGeom>
          <a:noFill/>
          <a:ln w="0">
            <a:noFill/>
          </a:ln>
        </p:spPr>
        <p:txBody>
          <a:bodyPr lIns="91440" rIns="91440" tIns="91440" bIns="91440" anchor="ctr">
            <a:noAutofit/>
          </a:bodyPr>
          <a:p>
            <a:pPr indent="0" algn="r">
              <a:lnSpc>
                <a:spcPct val="100000"/>
              </a:lnSpc>
              <a:buNone/>
            </a:pPr>
            <a:r>
              <a:rPr b="1" lang="fr-FR" sz="1800" strike="noStrike" u="none">
                <a:solidFill>
                  <a:schemeClr val="dk1"/>
                </a:solidFill>
                <a:effectLst/>
                <a:uFillTx/>
                <a:latin typeface="Manrope"/>
                <a:ea typeface="Manrope"/>
              </a:rPr>
              <a:t>xx%</a:t>
            </a:r>
            <a:endParaRPr b="0" lang="fr-FR" sz="1800" strike="noStrike" u="none">
              <a:solidFill>
                <a:schemeClr val="dk1"/>
              </a:solidFill>
              <a:effectLst/>
              <a:uFillTx/>
              <a:latin typeface="Arial"/>
            </a:endParaRPr>
          </a:p>
        </p:txBody>
      </p:sp>
      <p:sp>
        <p:nvSpPr>
          <p:cNvPr id="8" name="PlaceHolder 4"/>
          <p:cNvSpPr>
            <a:spLocks noGrp="1"/>
          </p:cNvSpPr>
          <p:nvPr>
            <p:ph type="title"/>
          </p:nvPr>
        </p:nvSpPr>
        <p:spPr>
          <a:xfrm>
            <a:off x="228600" y="1934640"/>
            <a:ext cx="502560" cy="445680"/>
          </a:xfrm>
          <a:prstGeom prst="rect">
            <a:avLst/>
          </a:prstGeom>
          <a:noFill/>
          <a:ln w="0">
            <a:noFill/>
          </a:ln>
        </p:spPr>
        <p:txBody>
          <a:bodyPr lIns="91440" rIns="91440" tIns="91440" bIns="91440" anchor="ctr">
            <a:noAutofit/>
          </a:bodyPr>
          <a:p>
            <a:pPr indent="0" algn="r">
              <a:lnSpc>
                <a:spcPct val="100000"/>
              </a:lnSpc>
              <a:buNone/>
            </a:pPr>
            <a:r>
              <a:rPr b="1" lang="fr-FR" sz="1800" strike="noStrike" u="none">
                <a:solidFill>
                  <a:schemeClr val="dk1"/>
                </a:solidFill>
                <a:effectLst/>
                <a:uFillTx/>
                <a:latin typeface="Manrope"/>
                <a:ea typeface="Manrope"/>
              </a:rPr>
              <a:t>xx%</a:t>
            </a:r>
            <a:endParaRPr b="0" lang="fr-FR" sz="1800" strike="noStrike" u="none">
              <a:solidFill>
                <a:schemeClr val="dk1"/>
              </a:solidFill>
              <a:effectLst/>
              <a:uFillTx/>
              <a:latin typeface="Arial"/>
            </a:endParaRPr>
          </a:p>
        </p:txBody>
      </p:sp>
      <p:sp>
        <p:nvSpPr>
          <p:cNvPr id="9" name="PlaceHolder 5"/>
          <p:cNvSpPr>
            <a:spLocks noGrp="1"/>
          </p:cNvSpPr>
          <p:nvPr>
            <p:ph type="title"/>
          </p:nvPr>
        </p:nvSpPr>
        <p:spPr>
          <a:xfrm>
            <a:off x="228600" y="2441520"/>
            <a:ext cx="502560" cy="445680"/>
          </a:xfrm>
          <a:prstGeom prst="rect">
            <a:avLst/>
          </a:prstGeom>
          <a:noFill/>
          <a:ln w="0">
            <a:noFill/>
          </a:ln>
        </p:spPr>
        <p:txBody>
          <a:bodyPr lIns="91440" rIns="91440" tIns="91440" bIns="91440" anchor="ctr">
            <a:noAutofit/>
          </a:bodyPr>
          <a:p>
            <a:pPr indent="0" algn="r">
              <a:lnSpc>
                <a:spcPct val="100000"/>
              </a:lnSpc>
              <a:buNone/>
            </a:pPr>
            <a:r>
              <a:rPr b="1" lang="fr-FR" sz="1800" strike="noStrike" u="none">
                <a:solidFill>
                  <a:schemeClr val="dk1"/>
                </a:solidFill>
                <a:effectLst/>
                <a:uFillTx/>
                <a:latin typeface="Manrope"/>
                <a:ea typeface="Manrope"/>
              </a:rPr>
              <a:t>xx%</a:t>
            </a:r>
            <a:endParaRPr b="0" lang="fr-FR" sz="1800" strike="noStrike" u="none">
              <a:solidFill>
                <a:schemeClr val="dk1"/>
              </a:solidFill>
              <a:effectLst/>
              <a:uFillTx/>
              <a:latin typeface="Arial"/>
            </a:endParaRPr>
          </a:p>
        </p:txBody>
      </p:sp>
      <p:sp>
        <p:nvSpPr>
          <p:cNvPr id="10" name="PlaceHolder 6"/>
          <p:cNvSpPr>
            <a:spLocks noGrp="1"/>
          </p:cNvSpPr>
          <p:nvPr>
            <p:ph type="title"/>
          </p:nvPr>
        </p:nvSpPr>
        <p:spPr>
          <a:xfrm>
            <a:off x="228600" y="2948400"/>
            <a:ext cx="502560" cy="445680"/>
          </a:xfrm>
          <a:prstGeom prst="rect">
            <a:avLst/>
          </a:prstGeom>
          <a:noFill/>
          <a:ln w="0">
            <a:noFill/>
          </a:ln>
        </p:spPr>
        <p:txBody>
          <a:bodyPr lIns="91440" rIns="91440" tIns="91440" bIns="91440" anchor="ctr">
            <a:noAutofit/>
          </a:bodyPr>
          <a:p>
            <a:pPr indent="0" algn="r">
              <a:lnSpc>
                <a:spcPct val="100000"/>
              </a:lnSpc>
              <a:buNone/>
            </a:pPr>
            <a:r>
              <a:rPr b="1" lang="fr-FR" sz="1800" strike="noStrike" u="none">
                <a:solidFill>
                  <a:schemeClr val="dk1"/>
                </a:solidFill>
                <a:effectLst/>
                <a:uFillTx/>
                <a:latin typeface="Manrope"/>
                <a:ea typeface="Manrope"/>
              </a:rPr>
              <a:t>xx%</a:t>
            </a:r>
            <a:endParaRPr b="0" lang="fr-FR" sz="1800" strike="noStrike" u="none">
              <a:solidFill>
                <a:schemeClr val="dk1"/>
              </a:solidFill>
              <a:effectLst/>
              <a:uFillTx/>
              <a:latin typeface="Arial"/>
            </a:endParaRPr>
          </a:p>
        </p:txBody>
      </p:sp>
      <p:sp>
        <p:nvSpPr>
          <p:cNvPr id="11" name="PlaceHolder 7"/>
          <p:cNvSpPr>
            <a:spLocks noGrp="1"/>
          </p:cNvSpPr>
          <p:nvPr>
            <p:ph type="title"/>
          </p:nvPr>
        </p:nvSpPr>
        <p:spPr>
          <a:xfrm>
            <a:off x="228600" y="3455280"/>
            <a:ext cx="502560" cy="445680"/>
          </a:xfrm>
          <a:prstGeom prst="rect">
            <a:avLst/>
          </a:prstGeom>
          <a:noFill/>
          <a:ln w="0">
            <a:noFill/>
          </a:ln>
        </p:spPr>
        <p:txBody>
          <a:bodyPr lIns="91440" rIns="91440" tIns="91440" bIns="91440" anchor="ctr">
            <a:noAutofit/>
          </a:bodyPr>
          <a:p>
            <a:pPr indent="0" algn="r">
              <a:lnSpc>
                <a:spcPct val="100000"/>
              </a:lnSpc>
              <a:buNone/>
            </a:pPr>
            <a:r>
              <a:rPr b="1" lang="fr-FR" sz="1800" strike="noStrike" u="none">
                <a:solidFill>
                  <a:schemeClr val="dk1"/>
                </a:solidFill>
                <a:effectLst/>
                <a:uFillTx/>
                <a:latin typeface="Manrope"/>
                <a:ea typeface="Manrope"/>
              </a:rPr>
              <a:t>xx%</a:t>
            </a:r>
            <a:endParaRPr b="0" lang="fr-FR" sz="1800" strike="noStrike" u="none">
              <a:solidFill>
                <a:schemeClr val="dk1"/>
              </a:solidFill>
              <a:effectLst/>
              <a:uFillTx/>
              <a:latin typeface="Arial"/>
            </a:endParaRPr>
          </a:p>
        </p:txBody>
      </p:sp>
      <p:sp>
        <p:nvSpPr>
          <p:cNvPr id="12" name="PlaceHolder 8"/>
          <p:cNvSpPr>
            <a:spLocks noGrp="1"/>
          </p:cNvSpPr>
          <p:nvPr>
            <p:ph type="title"/>
          </p:nvPr>
        </p:nvSpPr>
        <p:spPr>
          <a:xfrm>
            <a:off x="228600" y="3962160"/>
            <a:ext cx="502560" cy="445680"/>
          </a:xfrm>
          <a:prstGeom prst="rect">
            <a:avLst/>
          </a:prstGeom>
          <a:noFill/>
          <a:ln w="0">
            <a:noFill/>
          </a:ln>
        </p:spPr>
        <p:txBody>
          <a:bodyPr lIns="91440" rIns="91440" tIns="91440" bIns="91440" anchor="ctr">
            <a:noAutofit/>
          </a:bodyPr>
          <a:p>
            <a:pPr indent="0" algn="r">
              <a:lnSpc>
                <a:spcPct val="100000"/>
              </a:lnSpc>
              <a:buNone/>
            </a:pPr>
            <a:r>
              <a:rPr b="1" lang="fr-FR" sz="1800" strike="noStrike" u="none">
                <a:solidFill>
                  <a:schemeClr val="dk1"/>
                </a:solidFill>
                <a:effectLst/>
                <a:uFillTx/>
                <a:latin typeface="Manrope"/>
                <a:ea typeface="Manrope"/>
              </a:rPr>
              <a:t>xx%</a:t>
            </a:r>
            <a:endParaRPr b="0" lang="fr-FR" sz="1800" strike="noStrike" u="none">
              <a:solidFill>
                <a:schemeClr val="dk1"/>
              </a:solidFill>
              <a:effectLst/>
              <a:uFillTx/>
              <a:latin typeface="Arial"/>
            </a:endParaRPr>
          </a:p>
        </p:txBody>
      </p:sp>
      <p:sp>
        <p:nvSpPr>
          <p:cNvPr id="13" name="PlaceHolder 9"/>
          <p:cNvSpPr>
            <a:spLocks noGrp="1"/>
          </p:cNvSpPr>
          <p:nvPr>
            <p:ph type="title"/>
          </p:nvPr>
        </p:nvSpPr>
        <p:spPr>
          <a:xfrm>
            <a:off x="228600" y="4469040"/>
            <a:ext cx="502560" cy="445680"/>
          </a:xfrm>
          <a:prstGeom prst="rect">
            <a:avLst/>
          </a:prstGeom>
          <a:noFill/>
          <a:ln w="0">
            <a:noFill/>
          </a:ln>
        </p:spPr>
        <p:txBody>
          <a:bodyPr lIns="91440" rIns="91440" tIns="91440" bIns="91440" anchor="ctr">
            <a:noAutofit/>
          </a:bodyPr>
          <a:p>
            <a:pPr indent="0" algn="r">
              <a:lnSpc>
                <a:spcPct val="100000"/>
              </a:lnSpc>
              <a:buNone/>
            </a:pPr>
            <a:r>
              <a:rPr b="1" lang="fr-FR" sz="1800" strike="noStrike" u="none">
                <a:solidFill>
                  <a:schemeClr val="dk1"/>
                </a:solidFill>
                <a:effectLst/>
                <a:uFillTx/>
                <a:latin typeface="Manrope"/>
                <a:ea typeface="Manrope"/>
              </a:rPr>
              <a:t>xx%</a:t>
            </a:r>
            <a:endParaRPr b="0" lang="fr-FR" sz="1800" strike="noStrike" u="none">
              <a:solidFill>
                <a:schemeClr val="dk1"/>
              </a:solidFill>
              <a:effectLst/>
              <a:uFillTx/>
              <a:latin typeface="Arial"/>
            </a:endParaRPr>
          </a:p>
        </p:txBody>
      </p:sp>
      <p:sp>
        <p:nvSpPr>
          <p:cNvPr id="14" name="Google Shape;74;p13"/>
          <p:cNvSpPr/>
          <p:nvPr/>
        </p:nvSpPr>
        <p:spPr>
          <a:xfrm>
            <a:off x="3805200" y="136080"/>
            <a:ext cx="5202360" cy="4871520"/>
          </a:xfrm>
          <a:prstGeom prst="roundRect">
            <a:avLst>
              <a:gd name="adj" fmla="val 5521"/>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_1">
    <p:bg>
      <p:bgPr>
        <a:solidFill>
          <a:schemeClr val="lt1"/>
        </a:solidFill>
      </p:bgPr>
    </p:bg>
    <p:spTree>
      <p:nvGrpSpPr>
        <p:cNvPr id="1" name=""/>
        <p:cNvGrpSpPr/>
        <p:nvPr/>
      </p:nvGrpSpPr>
      <p:grpSpPr>
        <a:xfrm>
          <a:off x="0" y="0"/>
          <a:ext cx="0" cy="0"/>
          <a:chOff x="0" y="0"/>
          <a:chExt cx="0" cy="0"/>
        </a:xfrm>
      </p:grpSpPr>
      <p:sp>
        <p:nvSpPr>
          <p:cNvPr id="15" name="Google Shape;76;p14"/>
          <p:cNvSpPr/>
          <p:nvPr/>
        </p:nvSpPr>
        <p:spPr>
          <a:xfrm>
            <a:off x="118440" y="146520"/>
            <a:ext cx="8907120" cy="119160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6" name="PlaceHolder 1"/>
          <p:cNvSpPr>
            <a:spLocks noGrp="1"/>
          </p:cNvSpPr>
          <p:nvPr>
            <p:ph type="title"/>
          </p:nvPr>
        </p:nvSpPr>
        <p:spPr>
          <a:xfrm>
            <a:off x="720000" y="456120"/>
            <a:ext cx="7703640" cy="572400"/>
          </a:xfrm>
          <a:prstGeom prst="rect">
            <a:avLst/>
          </a:prstGeom>
          <a:noFill/>
          <a:ln w="0">
            <a:noFill/>
          </a:ln>
        </p:spPr>
        <p:txBody>
          <a:bodyPr lIns="91440" rIns="91440" tIns="91440" bIns="91440" anchor="t">
            <a:noAutofit/>
          </a:bodyPr>
          <a:p>
            <a:pPr indent="0">
              <a:buNone/>
            </a:pPr>
            <a:r>
              <a:rPr b="0" lang="fr-FR" sz="2700" strike="noStrike" u="none">
                <a:solidFill>
                  <a:schemeClr val="dk1"/>
                </a:solidFill>
                <a:effectLst/>
                <a:uFillTx/>
                <a:latin typeface="Arial"/>
              </a:rPr>
              <a:t>Click to edit the title text format</a:t>
            </a:r>
            <a:endParaRPr b="0" lang="fr-FR" sz="2700" strike="noStrike" u="none">
              <a:solidFill>
                <a:schemeClr val="dk1"/>
              </a:solidFill>
              <a:effectLst/>
              <a:uFillTx/>
              <a:latin typeface="Arial"/>
            </a:endParaRPr>
          </a:p>
        </p:txBody>
      </p:sp>
      <p:sp>
        <p:nvSpPr>
          <p:cNvPr id="17"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6_1">
    <p:bg>
      <p:bgPr>
        <a:solidFill>
          <a:schemeClr val="lt1"/>
        </a:solidFill>
      </p:bgPr>
    </p:bg>
    <p:spTree>
      <p:nvGrpSpPr>
        <p:cNvPr id="1" name=""/>
        <p:cNvGrpSpPr/>
        <p:nvPr/>
      </p:nvGrpSpPr>
      <p:grpSpPr>
        <a:xfrm>
          <a:off x="0" y="0"/>
          <a:ext cx="0" cy="0"/>
          <a:chOff x="0" y="0"/>
          <a:chExt cx="0" cy="0"/>
        </a:xfrm>
      </p:grpSpPr>
      <p:sp>
        <p:nvSpPr>
          <p:cNvPr id="18" name="Google Shape;80;p15"/>
          <p:cNvSpPr/>
          <p:nvPr/>
        </p:nvSpPr>
        <p:spPr>
          <a:xfrm>
            <a:off x="118440" y="146520"/>
            <a:ext cx="8907120" cy="119160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9" name="PlaceHolder 1"/>
          <p:cNvSpPr>
            <a:spLocks noGrp="1"/>
          </p:cNvSpPr>
          <p:nvPr>
            <p:ph type="title"/>
          </p:nvPr>
        </p:nvSpPr>
        <p:spPr>
          <a:xfrm>
            <a:off x="720000" y="458640"/>
            <a:ext cx="7703640" cy="572400"/>
          </a:xfrm>
          <a:prstGeom prst="rect">
            <a:avLst/>
          </a:prstGeom>
          <a:noFill/>
          <a:ln w="0">
            <a:noFill/>
          </a:ln>
        </p:spPr>
        <p:txBody>
          <a:bodyPr lIns="91440" rIns="91440" tIns="91440" bIns="91440" anchor="t">
            <a:noAutofit/>
          </a:bodyPr>
          <a:p>
            <a:pPr indent="0">
              <a:buNone/>
            </a:pPr>
            <a:r>
              <a:rPr b="0" lang="fr-FR" sz="2700" strike="noStrike" u="none">
                <a:solidFill>
                  <a:schemeClr val="dk1"/>
                </a:solidFill>
                <a:effectLst/>
                <a:uFillTx/>
                <a:latin typeface="Arial"/>
              </a:rPr>
              <a:t>Click to edit the title text format</a:t>
            </a:r>
            <a:endParaRPr b="0" lang="fr-FR" sz="2700" strike="noStrike" u="none">
              <a:solidFill>
                <a:schemeClr val="dk1"/>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7">
    <p:bg>
      <p:bgPr>
        <a:solidFill>
          <a:schemeClr val="lt1"/>
        </a:solidFill>
      </p:bgPr>
    </p:bg>
    <p:spTree>
      <p:nvGrpSpPr>
        <p:cNvPr id="1" name=""/>
        <p:cNvGrpSpPr/>
        <p:nvPr/>
      </p:nvGrpSpPr>
      <p:grpSpPr>
        <a:xfrm>
          <a:off x="0" y="0"/>
          <a:ext cx="0" cy="0"/>
          <a:chOff x="0" y="0"/>
          <a:chExt cx="0" cy="0"/>
        </a:xfrm>
      </p:grpSpPr>
      <p:sp>
        <p:nvSpPr>
          <p:cNvPr id="20" name="Google Shape;89;p16"/>
          <p:cNvSpPr/>
          <p:nvPr/>
        </p:nvSpPr>
        <p:spPr>
          <a:xfrm>
            <a:off x="118440" y="146520"/>
            <a:ext cx="8907120" cy="119160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1" name="PlaceHolder 1"/>
          <p:cNvSpPr>
            <a:spLocks noGrp="1"/>
          </p:cNvSpPr>
          <p:nvPr>
            <p:ph type="title"/>
          </p:nvPr>
        </p:nvSpPr>
        <p:spPr>
          <a:xfrm>
            <a:off x="720000" y="458640"/>
            <a:ext cx="7703640" cy="572400"/>
          </a:xfrm>
          <a:prstGeom prst="rect">
            <a:avLst/>
          </a:prstGeom>
          <a:noFill/>
          <a:ln w="0">
            <a:noFill/>
          </a:ln>
        </p:spPr>
        <p:txBody>
          <a:bodyPr lIns="91440" rIns="91440" tIns="91440" bIns="91440" anchor="t">
            <a:noAutofit/>
          </a:bodyPr>
          <a:p>
            <a:pPr indent="0">
              <a:buNone/>
            </a:pPr>
            <a:r>
              <a:rPr b="0" lang="fr-FR" sz="2700" strike="noStrike" u="none">
                <a:solidFill>
                  <a:schemeClr val="dk1"/>
                </a:solidFill>
                <a:effectLst/>
                <a:uFillTx/>
                <a:latin typeface="Arial"/>
              </a:rPr>
              <a:t>Click to edit the title text format</a:t>
            </a:r>
            <a:endParaRPr b="0" lang="fr-FR" sz="2700" strike="noStrike" u="none">
              <a:solidFill>
                <a:schemeClr val="dk1"/>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
    <p:bg>
      <p:bgPr>
        <a:solidFill>
          <a:schemeClr val="lt1"/>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2347920" y="830160"/>
            <a:ext cx="4447800" cy="823320"/>
          </a:xfrm>
          <a:prstGeom prst="rect">
            <a:avLst/>
          </a:prstGeom>
          <a:noFill/>
          <a:ln w="0">
            <a:noFill/>
          </a:ln>
        </p:spPr>
        <p:txBody>
          <a:bodyPr lIns="91440" rIns="91440" tIns="91440" bIns="91440" anchor="b">
            <a:noAutofit/>
          </a:bodyPr>
          <a:p>
            <a:pPr indent="0">
              <a:buNone/>
            </a:pPr>
            <a:r>
              <a:rPr b="0" lang="fr-FR" sz="4500" strike="noStrike" u="none">
                <a:solidFill>
                  <a:schemeClr val="dk1"/>
                </a:solidFill>
                <a:effectLst/>
                <a:uFillTx/>
                <a:latin typeface="Arial"/>
              </a:rPr>
              <a:t>Click to edit the title text format</a:t>
            </a:r>
            <a:endParaRPr b="0" lang="fr-FR" sz="4500" strike="noStrike" u="none">
              <a:solidFill>
                <a:schemeClr val="dk1"/>
              </a:solidFill>
              <a:effectLst/>
              <a:uFillTx/>
              <a:latin typeface="Arial"/>
            </a:endParaRPr>
          </a:p>
        </p:txBody>
      </p:sp>
      <p:sp>
        <p:nvSpPr>
          <p:cNvPr id="23" name="Google Shape;106;p17"/>
          <p:cNvSpPr/>
          <p:nvPr/>
        </p:nvSpPr>
        <p:spPr>
          <a:xfrm>
            <a:off x="435600" y="3666960"/>
            <a:ext cx="8272440" cy="1044360"/>
          </a:xfrm>
          <a:prstGeom prst="roundRect">
            <a:avLst>
              <a:gd name="adj" fmla="val 17679"/>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4" name="Google Shape;107;p17"/>
          <p:cNvSpPr/>
          <p:nvPr/>
        </p:nvSpPr>
        <p:spPr>
          <a:xfrm>
            <a:off x="2099160" y="3710160"/>
            <a:ext cx="4945320" cy="555840"/>
          </a:xfrm>
          <a:prstGeom prst="rect">
            <a:avLst/>
          </a:prstGeom>
          <a:noFill/>
          <a:ln w="0">
            <a:noFill/>
          </a:ln>
        </p:spPr>
        <p:style>
          <a:lnRef idx="0"/>
          <a:fillRef idx="0"/>
          <a:effectRef idx="0"/>
          <a:fontRef idx="minor"/>
        </p:style>
        <p:txBody>
          <a:bodyPr tIns="91440" bIns="91440" anchor="t">
            <a:noAutofit/>
          </a:bodyPr>
          <a:p>
            <a:pPr algn="ctr" defTabSz="914400">
              <a:lnSpc>
                <a:spcPct val="115000"/>
              </a:lnSpc>
              <a:tabLst>
                <a:tab algn="l" pos="0"/>
              </a:tabLst>
            </a:pPr>
            <a:r>
              <a:rPr b="0" lang="en" sz="1200" strike="noStrike" u="none">
                <a:solidFill>
                  <a:schemeClr val="dk1"/>
                </a:solidFill>
                <a:effectLst/>
                <a:uFillTx/>
                <a:latin typeface="Funnel Sans"/>
                <a:ea typeface="Funnel Sans"/>
              </a:rPr>
              <a:t>CREDITS: This presentation template was created by </a:t>
            </a:r>
            <a:r>
              <a:rPr b="1" lang="en" sz="1200" strike="noStrike" u="sng">
                <a:solidFill>
                  <a:schemeClr val="hlink"/>
                </a:solidFill>
                <a:effectLst/>
                <a:uFillTx/>
                <a:latin typeface="Funnel Sans"/>
                <a:ea typeface="Funnel Sans"/>
                <a:hlinkClick r:id="rId2"/>
              </a:rPr>
              <a:t>Slidesgo</a:t>
            </a:r>
            <a:r>
              <a:rPr b="1" lang="en" sz="1200" strike="noStrike" u="none">
                <a:solidFill>
                  <a:schemeClr val="dk1"/>
                </a:solidFill>
                <a:effectLst/>
                <a:uFillTx/>
                <a:latin typeface="Funnel Sans"/>
                <a:ea typeface="Funnel Sans"/>
              </a:rPr>
              <a:t>,</a:t>
            </a:r>
            <a:r>
              <a:rPr b="0" lang="en" sz="1200" strike="noStrike" u="none">
                <a:solidFill>
                  <a:schemeClr val="dk1"/>
                </a:solidFill>
                <a:effectLst/>
                <a:uFillTx/>
                <a:latin typeface="Funnel Sans"/>
                <a:ea typeface="Funnel Sans"/>
              </a:rPr>
              <a:t> and includes icons, infographics &amp; images by </a:t>
            </a:r>
            <a:r>
              <a:rPr b="1" lang="en" sz="1200" strike="noStrike" u="sng">
                <a:solidFill>
                  <a:schemeClr val="dk1"/>
                </a:solidFill>
                <a:effectLst/>
                <a:uFillTx/>
                <a:latin typeface="Funnel Sans"/>
                <a:ea typeface="Funnel Sans"/>
                <a:hlinkClick r:id="rId3"/>
              </a:rPr>
              <a:t>Freepik</a:t>
            </a:r>
            <a:r>
              <a:rPr b="1" lang="en" sz="1200" strike="noStrike" u="sng">
                <a:solidFill>
                  <a:schemeClr val="dk1"/>
                </a:solidFill>
                <a:effectLst/>
                <a:uFillTx/>
                <a:latin typeface="Funnel Sans"/>
                <a:ea typeface="Funnel Sans"/>
              </a:rPr>
              <a:t> </a:t>
            </a:r>
            <a:endParaRPr b="0" lang="en-US" sz="1200" strike="noStrike" u="none">
              <a:solidFill>
                <a:srgbClr val="ffffff"/>
              </a:solidFill>
              <a:effectLst/>
              <a:uFillTx/>
              <a:latin typeface="OpenSymbol"/>
            </a:endParaRPr>
          </a:p>
        </p:txBody>
      </p:sp>
      <p:sp>
        <p:nvSpPr>
          <p:cNvPr id="25" name="Google Shape;108;p17"/>
          <p:cNvSpPr/>
          <p:nvPr/>
        </p:nvSpPr>
        <p:spPr>
          <a:xfrm>
            <a:off x="435600" y="557640"/>
            <a:ext cx="8272440" cy="2968920"/>
          </a:xfrm>
          <a:prstGeom prst="roundRect">
            <a:avLst>
              <a:gd name="adj" fmla="val 7654"/>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
    <p:bg>
      <p:bgPr>
        <a:solidFill>
          <a:schemeClr val="lt1"/>
        </a:solidFill>
      </p:bgPr>
    </p:bg>
    <p:spTree>
      <p:nvGrpSpPr>
        <p:cNvPr id="1" name=""/>
        <p:cNvGrpSpPr/>
        <p:nvPr/>
      </p:nvGrpSpPr>
      <p:grpSpPr>
        <a:xfrm>
          <a:off x="0" y="0"/>
          <a:ext cx="0" cy="0"/>
          <a:chOff x="0" y="0"/>
          <a:chExt cx="0" cy="0"/>
        </a:xfrm>
      </p:grpSpPr>
      <p:sp>
        <p:nvSpPr>
          <p:cNvPr id="26" name="Google Shape;110;p18"/>
          <p:cNvSpPr/>
          <p:nvPr/>
        </p:nvSpPr>
        <p:spPr>
          <a:xfrm>
            <a:off x="118440" y="146520"/>
            <a:ext cx="8907120" cy="119160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_1">
    <p:bg>
      <p:bgPr>
        <a:solidFill>
          <a:schemeClr val="lt1"/>
        </a:solidFill>
      </p:bgPr>
    </p:bg>
    <p:spTree>
      <p:nvGrpSpPr>
        <p:cNvPr id="1" name=""/>
        <p:cNvGrpSpPr/>
        <p:nvPr/>
      </p:nvGrpSpPr>
      <p:grpSpPr>
        <a:xfrm>
          <a:off x="0" y="0"/>
          <a:ext cx="0" cy="0"/>
          <a:chOff x="0" y="0"/>
          <a:chExt cx="0" cy="0"/>
        </a:xfrm>
      </p:grpSpPr>
      <p:sp>
        <p:nvSpPr>
          <p:cNvPr id="27" name="Google Shape;112;p19"/>
          <p:cNvSpPr/>
          <p:nvPr/>
        </p:nvSpPr>
        <p:spPr>
          <a:xfrm rot="5400000">
            <a:off x="4471200" y="532800"/>
            <a:ext cx="201600" cy="862812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bg>
      <p:bgPr>
        <a:solidFill>
          <a:schemeClr val="lt1"/>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469080" y="1719360"/>
            <a:ext cx="6339960" cy="2123280"/>
          </a:xfrm>
          <a:prstGeom prst="rect">
            <a:avLst/>
          </a:prstGeom>
          <a:noFill/>
          <a:ln w="0">
            <a:noFill/>
          </a:ln>
        </p:spPr>
        <p:txBody>
          <a:bodyPr lIns="91440" rIns="91440" tIns="91440" bIns="91440" anchor="b">
            <a:noAutofit/>
          </a:bodyPr>
          <a:p>
            <a:pPr indent="0">
              <a:buNone/>
            </a:pPr>
            <a:r>
              <a:rPr b="0" lang="fr-FR" sz="4200" strike="noStrike" u="none">
                <a:solidFill>
                  <a:schemeClr val="dk1"/>
                </a:solidFill>
                <a:effectLst/>
                <a:uFillTx/>
                <a:latin typeface="Arial"/>
              </a:rPr>
              <a:t>Click to edit the title text format</a:t>
            </a:r>
            <a:endParaRPr b="0" lang="fr-FR" sz="4200" strike="noStrike" u="none">
              <a:solidFill>
                <a:schemeClr val="dk1"/>
              </a:solidFill>
              <a:effectLst/>
              <a:uFillTx/>
              <a:latin typeface="Arial"/>
            </a:endParaRPr>
          </a:p>
        </p:txBody>
      </p:sp>
      <p:sp>
        <p:nvSpPr>
          <p:cNvPr id="29" name="PlaceHolder 2"/>
          <p:cNvSpPr>
            <a:spLocks noGrp="1"/>
          </p:cNvSpPr>
          <p:nvPr>
            <p:ph type="title"/>
          </p:nvPr>
        </p:nvSpPr>
        <p:spPr>
          <a:xfrm>
            <a:off x="469080" y="487080"/>
            <a:ext cx="1182240" cy="841320"/>
          </a:xfrm>
          <a:prstGeom prst="rect">
            <a:avLst/>
          </a:prstGeom>
          <a:noFill/>
          <a:ln w="0">
            <a:noFill/>
          </a:ln>
        </p:spPr>
        <p:txBody>
          <a:bodyPr lIns="91440" rIns="91440" tIns="91440" bIns="91440" anchor="b">
            <a:noAutofit/>
          </a:bodyPr>
          <a:p>
            <a:pPr indent="0">
              <a:lnSpc>
                <a:spcPct val="100000"/>
              </a:lnSpc>
              <a:buNone/>
            </a:pPr>
            <a:r>
              <a:rPr b="1" lang="fr-FR" sz="6000" strike="noStrike" u="none">
                <a:solidFill>
                  <a:schemeClr val="accent2"/>
                </a:solidFill>
                <a:effectLst/>
                <a:uFillTx/>
                <a:latin typeface="Manrope"/>
                <a:ea typeface="Manrope"/>
              </a:rPr>
              <a:t>xx%</a:t>
            </a:r>
            <a:endParaRPr b="0" lang="fr-FR" sz="6000" strike="noStrike" u="none">
              <a:solidFill>
                <a:schemeClr val="dk1"/>
              </a:solidFill>
              <a:effectLst/>
              <a:uFillTx/>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bg>
      <p:bgPr>
        <a:solidFill>
          <a:schemeClr val="lt1"/>
        </a:solidFill>
      </p:bgPr>
    </p:bg>
    <p:spTree>
      <p:nvGrpSpPr>
        <p:cNvPr id="1" name=""/>
        <p:cNvGrpSpPr/>
        <p:nvPr/>
      </p:nvGrpSpPr>
      <p:grpSpPr>
        <a:xfrm>
          <a:off x="0" y="0"/>
          <a:ext cx="0" cy="0"/>
          <a:chOff x="0" y="0"/>
          <a:chExt cx="0" cy="0"/>
        </a:xfrm>
      </p:grpSpPr>
      <p:sp>
        <p:nvSpPr>
          <p:cNvPr id="30" name="PlaceHolder 1"/>
          <p:cNvSpPr>
            <a:spLocks noGrp="1"/>
          </p:cNvSpPr>
          <p:nvPr>
            <p:ph type="title"/>
          </p:nvPr>
        </p:nvSpPr>
        <p:spPr>
          <a:xfrm>
            <a:off x="720000" y="228600"/>
            <a:ext cx="7703640" cy="572400"/>
          </a:xfrm>
          <a:prstGeom prst="rect">
            <a:avLst/>
          </a:prstGeom>
          <a:noFill/>
          <a:ln w="0">
            <a:noFill/>
          </a:ln>
        </p:spPr>
        <p:txBody>
          <a:bodyPr lIns="91440" rIns="91440" tIns="91440" bIns="91440" anchor="t">
            <a:noAutofit/>
          </a:bodyPr>
          <a:p>
            <a:pPr indent="0">
              <a:buNone/>
            </a:pPr>
            <a:r>
              <a:rPr b="0" lang="fr-FR" sz="2700" strike="noStrike" u="none">
                <a:solidFill>
                  <a:schemeClr val="dk1"/>
                </a:solidFill>
                <a:effectLst/>
                <a:uFillTx/>
                <a:latin typeface="Arial"/>
              </a:rPr>
              <a:t>Click to edit the title text format</a:t>
            </a:r>
            <a:endParaRPr b="0" lang="fr-FR" sz="2700" strike="noStrike" u="none">
              <a:solidFill>
                <a:schemeClr val="dk1"/>
              </a:solidFill>
              <a:effectLst/>
              <a:uFillTx/>
              <a:latin typeface="Arial"/>
            </a:endParaRPr>
          </a:p>
        </p:txBody>
      </p:sp>
      <p:sp>
        <p:nvSpPr>
          <p:cNvPr id="31" name="PlaceHolder 2"/>
          <p:cNvSpPr>
            <a:spLocks noGrp="1"/>
          </p:cNvSpPr>
          <p:nvPr>
            <p:ph type="body"/>
          </p:nvPr>
        </p:nvSpPr>
        <p:spPr>
          <a:xfrm>
            <a:off x="720000" y="999360"/>
            <a:ext cx="7703640" cy="3416040"/>
          </a:xfrm>
          <a:prstGeom prst="rect">
            <a:avLst/>
          </a:prstGeom>
          <a:noFill/>
          <a:ln w="0">
            <a:noFill/>
          </a:ln>
        </p:spPr>
        <p:txBody>
          <a:bodyPr lIns="91440" rIns="91440" tIns="91440" bIns="91440" anchor="t">
            <a:noAutofit/>
          </a:bodyPr>
          <a:p>
            <a:pPr marL="432000" indent="-324000">
              <a:spcBef>
                <a:spcPts val="1417"/>
              </a:spcBef>
              <a:buClr>
                <a:srgbClr val="ffffff"/>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1400" strike="noStrike" u="none">
                <a:solidFill>
                  <a:srgbClr val="000000"/>
                </a:solidFill>
                <a:effectLst/>
                <a:uFillTx/>
                <a:latin typeface="Arial"/>
              </a:rPr>
              <a:t>Fifth Outline Level</a:t>
            </a:r>
            <a:endParaRPr b="0" lang="fr-FR" sz="14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1400" strike="noStrike" u="none">
                <a:solidFill>
                  <a:srgbClr val="000000"/>
                </a:solidFill>
                <a:effectLst/>
                <a:uFillTx/>
                <a:latin typeface="Arial"/>
              </a:rPr>
              <a:t>Sixth Outline Level</a:t>
            </a:r>
            <a:endParaRPr b="0" lang="fr-FR" sz="14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1400" strike="noStrike" u="none">
                <a:solidFill>
                  <a:srgbClr val="000000"/>
                </a:solidFill>
                <a:effectLst/>
                <a:uFillTx/>
                <a:latin typeface="Arial"/>
              </a:rPr>
              <a:t>Seventh Outline Level</a:t>
            </a:r>
            <a:endParaRPr b="0" lang="fr-FR" sz="1400" strike="noStrike" u="none">
              <a:solidFill>
                <a:srgbClr val="000000"/>
              </a:solidFill>
              <a:effectLst/>
              <a:uFillTx/>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bg>
      <p:bgPr>
        <a:solidFill>
          <a:schemeClr val="lt1"/>
        </a:solidFill>
      </p:bgPr>
    </p:bg>
    <p:spTree>
      <p:nvGrpSpPr>
        <p:cNvPr id="1" name=""/>
        <p:cNvGrpSpPr/>
        <p:nvPr/>
      </p:nvGrpSpPr>
      <p:grpSpPr>
        <a:xfrm>
          <a:off x="0" y="0"/>
          <a:ext cx="0" cy="0"/>
          <a:chOff x="0" y="0"/>
          <a:chExt cx="0" cy="0"/>
        </a:xfrm>
      </p:grpSpPr>
      <p:sp>
        <p:nvSpPr>
          <p:cNvPr id="32" name="Google Shape;19;p5"/>
          <p:cNvSpPr/>
          <p:nvPr/>
        </p:nvSpPr>
        <p:spPr>
          <a:xfrm>
            <a:off x="118440" y="146520"/>
            <a:ext cx="8907120" cy="119160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3" name="PlaceHolder 1"/>
          <p:cNvSpPr>
            <a:spLocks noGrp="1"/>
          </p:cNvSpPr>
          <p:nvPr>
            <p:ph type="title"/>
          </p:nvPr>
        </p:nvSpPr>
        <p:spPr>
          <a:xfrm>
            <a:off x="720000" y="458640"/>
            <a:ext cx="7703640" cy="572400"/>
          </a:xfrm>
          <a:prstGeom prst="rect">
            <a:avLst/>
          </a:prstGeom>
          <a:noFill/>
          <a:ln w="0">
            <a:noFill/>
          </a:ln>
        </p:spPr>
        <p:txBody>
          <a:bodyPr lIns="91440" rIns="91440" tIns="91440" bIns="91440" anchor="t">
            <a:noAutofit/>
          </a:bodyPr>
          <a:p>
            <a:pPr indent="0">
              <a:buNone/>
            </a:pPr>
            <a:r>
              <a:rPr b="0" lang="fr-FR" sz="2700" strike="noStrike" u="none">
                <a:solidFill>
                  <a:schemeClr val="dk1"/>
                </a:solidFill>
                <a:effectLst/>
                <a:uFillTx/>
                <a:latin typeface="Arial"/>
              </a:rPr>
              <a:t>Click to edit the title text format</a:t>
            </a:r>
            <a:endParaRPr b="0" lang="fr-FR" sz="2700" strike="noStrike" u="none">
              <a:solidFill>
                <a:schemeClr val="dk1"/>
              </a:solidFill>
              <a:effectLst/>
              <a:uFillTx/>
              <a:latin typeface="Arial"/>
            </a:endParaRPr>
          </a:p>
        </p:txBody>
      </p:sp>
      <p:sp>
        <p:nvSpPr>
          <p:cNvPr id="34" name="Google Shape;25;p5"/>
          <p:cNvSpPr/>
          <p:nvPr/>
        </p:nvSpPr>
        <p:spPr>
          <a:xfrm rot="5400000">
            <a:off x="4492080" y="429840"/>
            <a:ext cx="222480" cy="896940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solidFill>
          <a:schemeClr val="lt1"/>
        </a:solidFill>
      </p:bgPr>
    </p:bg>
    <p:spTree>
      <p:nvGrpSpPr>
        <p:cNvPr id="1" name=""/>
        <p:cNvGrpSpPr/>
        <p:nvPr/>
      </p:nvGrpSpPr>
      <p:grpSpPr>
        <a:xfrm>
          <a:off x="0" y="0"/>
          <a:ext cx="0" cy="0"/>
          <a:chOff x="0" y="0"/>
          <a:chExt cx="0" cy="0"/>
        </a:xfrm>
      </p:grpSpPr>
      <p:sp>
        <p:nvSpPr>
          <p:cNvPr id="35" name="PlaceHolder 1"/>
          <p:cNvSpPr>
            <a:spLocks noGrp="1"/>
          </p:cNvSpPr>
          <p:nvPr>
            <p:ph type="title"/>
          </p:nvPr>
        </p:nvSpPr>
        <p:spPr>
          <a:xfrm>
            <a:off x="720000" y="458640"/>
            <a:ext cx="7703640" cy="572400"/>
          </a:xfrm>
          <a:prstGeom prst="rect">
            <a:avLst/>
          </a:prstGeom>
          <a:noFill/>
          <a:ln w="0">
            <a:noFill/>
          </a:ln>
        </p:spPr>
        <p:txBody>
          <a:bodyPr lIns="91440" rIns="91440" tIns="91440" bIns="91440" anchor="t">
            <a:noAutofit/>
          </a:bodyPr>
          <a:p>
            <a:pPr indent="0">
              <a:buNone/>
            </a:pPr>
            <a:r>
              <a:rPr b="0" lang="fr-FR" sz="2700" strike="noStrike" u="none">
                <a:solidFill>
                  <a:schemeClr val="dk1"/>
                </a:solidFill>
                <a:effectLst/>
                <a:uFillTx/>
                <a:latin typeface="Arial"/>
              </a:rPr>
              <a:t>Click to edit the title text format</a:t>
            </a:r>
            <a:endParaRPr b="0" lang="fr-FR" sz="2700" strike="noStrike" u="none">
              <a:solidFill>
                <a:schemeClr val="dk1"/>
              </a:solidFill>
              <a:effectLst/>
              <a:uFillTx/>
              <a:latin typeface="Arial"/>
            </a:endParaRPr>
          </a:p>
        </p:txBody>
      </p:sp>
      <p:sp>
        <p:nvSpPr>
          <p:cNvPr id="36" name="Google Shape;28;p6"/>
          <p:cNvSpPr/>
          <p:nvPr/>
        </p:nvSpPr>
        <p:spPr>
          <a:xfrm>
            <a:off x="136080" y="132480"/>
            <a:ext cx="8871840" cy="4952520"/>
          </a:xfrm>
          <a:prstGeom prst="roundRect">
            <a:avLst>
              <a:gd name="adj" fmla="val 5521"/>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bg>
      <p:bgPr>
        <a:solidFill>
          <a:schemeClr val="lt1"/>
        </a:solidFill>
      </p:bgPr>
    </p:bg>
    <p:spTree>
      <p:nvGrpSpPr>
        <p:cNvPr id="1" name=""/>
        <p:cNvGrpSpPr/>
        <p:nvPr/>
      </p:nvGrpSpPr>
      <p:grpSpPr>
        <a:xfrm>
          <a:off x="0" y="0"/>
          <a:ext cx="0" cy="0"/>
          <a:chOff x="0" y="0"/>
          <a:chExt cx="0" cy="0"/>
        </a:xfrm>
      </p:grpSpPr>
      <p:sp>
        <p:nvSpPr>
          <p:cNvPr id="37" name="Google Shape;30;p7"/>
          <p:cNvSpPr/>
          <p:nvPr/>
        </p:nvSpPr>
        <p:spPr>
          <a:xfrm>
            <a:off x="118440" y="146520"/>
            <a:ext cx="8907120" cy="119160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8" name="PlaceHolder 1"/>
          <p:cNvSpPr>
            <a:spLocks noGrp="1"/>
          </p:cNvSpPr>
          <p:nvPr>
            <p:ph type="title"/>
          </p:nvPr>
        </p:nvSpPr>
        <p:spPr>
          <a:xfrm>
            <a:off x="720000" y="458640"/>
            <a:ext cx="7703640" cy="572400"/>
          </a:xfrm>
          <a:prstGeom prst="rect">
            <a:avLst/>
          </a:prstGeom>
          <a:noFill/>
          <a:ln w="0">
            <a:noFill/>
          </a:ln>
        </p:spPr>
        <p:txBody>
          <a:bodyPr lIns="91440" rIns="91440" tIns="91440" bIns="91440" anchor="t">
            <a:noAutofit/>
          </a:bodyPr>
          <a:p>
            <a:pPr indent="0">
              <a:buNone/>
            </a:pPr>
            <a:r>
              <a:rPr b="0" lang="fr-FR" sz="2700" strike="noStrike" u="none">
                <a:solidFill>
                  <a:schemeClr val="dk1"/>
                </a:solidFill>
                <a:effectLst/>
                <a:uFillTx/>
                <a:latin typeface="Arial"/>
              </a:rPr>
              <a:t>Click to edit the title text format</a:t>
            </a:r>
            <a:endParaRPr b="0" lang="fr-FR" sz="2700" strike="noStrike" u="none">
              <a:solidFill>
                <a:schemeClr val="dk1"/>
              </a:solidFill>
              <a:effectLst/>
              <a:uFillTx/>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bg>
      <p:bgPr>
        <a:solidFill>
          <a:schemeClr val="lt1"/>
        </a:solidFill>
      </p:bgPr>
    </p:bg>
    <p:spTree>
      <p:nvGrpSpPr>
        <p:cNvPr id="1" name=""/>
        <p:cNvGrpSpPr/>
        <p:nvPr/>
      </p:nvGrpSpPr>
      <p:grpSpPr>
        <a:xfrm>
          <a:off x="0" y="0"/>
          <a:ext cx="0" cy="0"/>
          <a:chOff x="0" y="0"/>
          <a:chExt cx="0" cy="0"/>
        </a:xfrm>
      </p:grpSpPr>
      <p:sp>
        <p:nvSpPr>
          <p:cNvPr id="39" name="PlaceHolder 1"/>
          <p:cNvSpPr>
            <a:spLocks noGrp="1"/>
          </p:cNvSpPr>
          <p:nvPr>
            <p:ph type="title"/>
          </p:nvPr>
        </p:nvSpPr>
        <p:spPr>
          <a:xfrm>
            <a:off x="1133280" y="1896480"/>
            <a:ext cx="6876720" cy="1204920"/>
          </a:xfrm>
          <a:prstGeom prst="rect">
            <a:avLst/>
          </a:prstGeom>
          <a:noFill/>
          <a:ln w="0">
            <a:noFill/>
          </a:ln>
        </p:spPr>
        <p:txBody>
          <a:bodyPr lIns="91440" rIns="91440" tIns="91440" bIns="91440" anchor="ctr">
            <a:noAutofit/>
          </a:bodyPr>
          <a:p>
            <a:pPr indent="0">
              <a:buNone/>
            </a:pPr>
            <a:r>
              <a:rPr b="0" lang="fr-FR" sz="6000" strike="noStrike" u="none">
                <a:solidFill>
                  <a:schemeClr val="dk1"/>
                </a:solidFill>
                <a:effectLst/>
                <a:uFillTx/>
                <a:latin typeface="Arial"/>
              </a:rPr>
              <a:t>Click to edit the title text format</a:t>
            </a:r>
            <a:endParaRPr b="0" lang="fr-FR" sz="6000" strike="noStrike" u="none">
              <a:solidFill>
                <a:schemeClr val="dk1"/>
              </a:solidFill>
              <a:effectLst/>
              <a:uFillTx/>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bg>
      <p:bgPr>
        <a:solidFill>
          <a:schemeClr val="lt1"/>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228600" y="601920"/>
            <a:ext cx="4728240" cy="1402920"/>
          </a:xfrm>
          <a:prstGeom prst="rect">
            <a:avLst/>
          </a:prstGeom>
          <a:noFill/>
          <a:ln w="0">
            <a:noFill/>
          </a:ln>
        </p:spPr>
        <p:txBody>
          <a:bodyPr lIns="91440" rIns="91440" tIns="91440" bIns="91440" anchor="b">
            <a:noAutofit/>
          </a:bodyPr>
          <a:p>
            <a:pPr indent="0">
              <a:buNone/>
            </a:pPr>
            <a:r>
              <a:rPr b="0" lang="fr-FR" sz="2700" strike="noStrike" u="none">
                <a:solidFill>
                  <a:schemeClr val="dk1"/>
                </a:solidFill>
                <a:effectLst/>
                <a:uFillTx/>
                <a:latin typeface="Arial"/>
              </a:rPr>
              <a:t>Click to edit the title text format</a:t>
            </a:r>
            <a:endParaRPr b="0" lang="fr-FR" sz="2700" strike="noStrike" u="none">
              <a:solidFill>
                <a:schemeClr val="dk1"/>
              </a:solidFill>
              <a:effectLst/>
              <a:uFillTx/>
              <a:latin typeface="Arial"/>
            </a:endParaRPr>
          </a:p>
        </p:txBody>
      </p:sp>
      <p:sp>
        <p:nvSpPr>
          <p:cNvPr id="41" name="PlaceHolder 2"/>
          <p:cNvSpPr>
            <a:spLocks noGrp="1"/>
          </p:cNvSpPr>
          <p:nvPr>
            <p:ph type="body"/>
          </p:nvPr>
        </p:nvSpPr>
        <p:spPr>
          <a:xfrm>
            <a:off x="5659200" y="0"/>
            <a:ext cx="3484440" cy="5143320"/>
          </a:xfrm>
          <a:prstGeom prst="rect">
            <a:avLst/>
          </a:prstGeom>
          <a:noFill/>
          <a:ln w="0">
            <a:noFill/>
          </a:ln>
        </p:spPr>
        <p:txBody>
          <a:bodyPr lIns="90000" rIns="90000" tIns="45000" bIns="45000" anchor="t">
            <a:normAutofit/>
          </a:bodyPr>
          <a:p>
            <a:pPr marL="432000" indent="-324000">
              <a:spcBef>
                <a:spcPts val="1417"/>
              </a:spcBef>
              <a:buClr>
                <a:srgbClr val="ffffff"/>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bg>
      <p:bgPr>
        <a:solidFill>
          <a:schemeClr val="lt1"/>
        </a:solidFill>
      </p:bgPr>
    </p:bg>
    <p:spTree>
      <p:nvGrpSpPr>
        <p:cNvPr id="1" name=""/>
        <p:cNvGrpSpPr/>
        <p:nvPr/>
      </p:nvGrpSpPr>
      <p:grpSpPr>
        <a:xfrm>
          <a:off x="0" y="0"/>
          <a:ext cx="0" cy="0"/>
          <a:chOff x="0" y="0"/>
          <a:chExt cx="0" cy="0"/>
        </a:xfrm>
      </p:grpSpPr>
      <p:sp>
        <p:nvSpPr>
          <p:cNvPr id="42" name="PlaceHolder 1"/>
          <p:cNvSpPr>
            <a:spLocks noGrp="1"/>
          </p:cNvSpPr>
          <p:nvPr>
            <p:ph type="body"/>
          </p:nvPr>
        </p:nvSpPr>
        <p:spPr>
          <a:xfrm>
            <a:off x="0" y="0"/>
            <a:ext cx="9143640" cy="5143320"/>
          </a:xfrm>
          <a:prstGeom prst="rect">
            <a:avLst/>
          </a:prstGeom>
          <a:noFill/>
          <a:ln w="0">
            <a:noFill/>
          </a:ln>
        </p:spPr>
        <p:txBody>
          <a:bodyPr lIns="90000" rIns="90000" tIns="45000" bIns="45000" anchor="t">
            <a:normAutofit/>
          </a:bodyPr>
          <a:p>
            <a:pPr marL="432000" indent="-324000">
              <a:spcBef>
                <a:spcPts val="1417"/>
              </a:spcBef>
              <a:buClr>
                <a:srgbClr val="ffffff"/>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
        <p:nvSpPr>
          <p:cNvPr id="43" name="PlaceHolder 2"/>
          <p:cNvSpPr>
            <a:spLocks noGrp="1"/>
          </p:cNvSpPr>
          <p:nvPr>
            <p:ph type="title"/>
          </p:nvPr>
        </p:nvSpPr>
        <p:spPr>
          <a:xfrm>
            <a:off x="1390320" y="3955680"/>
            <a:ext cx="6363360" cy="572400"/>
          </a:xfrm>
          <a:prstGeom prst="rect">
            <a:avLst/>
          </a:prstGeom>
          <a:solidFill>
            <a:schemeClr val="lt1"/>
          </a:solidFill>
          <a:ln w="0">
            <a:noFill/>
          </a:ln>
        </p:spPr>
        <p:txBody>
          <a:bodyPr lIns="91440" rIns="91440" tIns="91440" bIns="91440" anchor="ctr">
            <a:noAutofit/>
          </a:bodyPr>
          <a:p>
            <a:pPr indent="0">
              <a:buNone/>
            </a:pPr>
            <a:r>
              <a:rPr b="0" lang="fr-FR" sz="2000" strike="noStrike" u="none">
                <a:solidFill>
                  <a:schemeClr val="dk1"/>
                </a:solidFill>
                <a:effectLst/>
                <a:uFillTx/>
                <a:latin typeface="Arial"/>
              </a:rPr>
              <a:t>Click to edit the title text format</a:t>
            </a:r>
            <a:endParaRPr b="0" lang="fr-FR" sz="2000" strike="noStrike" u="none">
              <a:solidFill>
                <a:schemeClr val="dk1"/>
              </a:solidFill>
              <a:effectLst/>
              <a:uFillTx/>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mple-light-2">
    <p:bg>
      <p:bgPr>
        <a:solidFill>
          <a:schemeClr val="dk1"/>
        </a:solidFill>
      </p:bgPr>
    </p:bg>
    <p:spTree>
      <p:nvGrpSpPr>
        <p:cNvPr id="1" name=""/>
        <p:cNvGrpSpPr/>
        <p:nvPr/>
      </p:nvGrpSpPr>
      <p:grpSpPr>
        <a:xfrm>
          <a:off x="0" y="0"/>
          <a:ext cx="0" cy="0"/>
          <a:chOff x="0" y="0"/>
          <a:chExt cx="0" cy="0"/>
        </a:xfrm>
      </p:grpSpPr>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
    <p:bg>
      <p:bgPr>
        <a:solidFill>
          <a:schemeClr val="dk1"/>
        </a:solidFill>
      </p:bgPr>
    </p:bg>
    <p:spTree>
      <p:nvGrpSpPr>
        <p:cNvPr id="1" name=""/>
        <p:cNvGrpSpPr/>
        <p:nvPr/>
      </p:nvGrpSpPr>
      <p:grpSpPr>
        <a:xfrm>
          <a:off x="0" y="0"/>
          <a:ext cx="0" cy="0"/>
          <a:chOff x="0" y="0"/>
          <a:chExt cx="0" cy="0"/>
        </a:xfrm>
      </p:grpSpPr>
      <p:sp>
        <p:nvSpPr>
          <p:cNvPr id="44" name="Google Shape;118;p22"/>
          <p:cNvSpPr/>
          <p:nvPr/>
        </p:nvSpPr>
        <p:spPr>
          <a:xfrm>
            <a:off x="0" y="-10440"/>
            <a:ext cx="9143640" cy="1180440"/>
          </a:xfrm>
          <a:prstGeom prst="rect">
            <a:avLst/>
          </a:prstGeom>
          <a:solidFill>
            <a:schemeClr val="accen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5" name="PlaceHolder 1"/>
          <p:cNvSpPr>
            <a:spLocks noGrp="1"/>
          </p:cNvSpPr>
          <p:nvPr>
            <p:ph type="title"/>
          </p:nvPr>
        </p:nvSpPr>
        <p:spPr>
          <a:xfrm>
            <a:off x="713160" y="539640"/>
            <a:ext cx="7717320" cy="48204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_1">
    <p:bg>
      <p:bgPr>
        <a:solidFill>
          <a:schemeClr val="dk1"/>
        </a:solidFill>
      </p:bgPr>
    </p:bg>
    <p:spTree>
      <p:nvGrpSpPr>
        <p:cNvPr id="1" name=""/>
        <p:cNvGrpSpPr/>
        <p:nvPr/>
      </p:nvGrpSpPr>
      <p:grpSpPr>
        <a:xfrm>
          <a:off x="0" y="0"/>
          <a:ext cx="0" cy="0"/>
          <a:chOff x="0" y="0"/>
          <a:chExt cx="0" cy="0"/>
        </a:xfrm>
      </p:grpSpPr>
      <p:sp>
        <p:nvSpPr>
          <p:cNvPr id="46" name="Google Shape;121;p23"/>
          <p:cNvSpPr/>
          <p:nvPr/>
        </p:nvSpPr>
        <p:spPr>
          <a:xfrm>
            <a:off x="0" y="-10440"/>
            <a:ext cx="9143640" cy="1180440"/>
          </a:xfrm>
          <a:prstGeom prst="rect">
            <a:avLst/>
          </a:prstGeom>
          <a:solidFill>
            <a:schemeClr val="accen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7" name="PlaceHolder 1"/>
          <p:cNvSpPr>
            <a:spLocks noGrp="1"/>
          </p:cNvSpPr>
          <p:nvPr>
            <p:ph type="title"/>
          </p:nvPr>
        </p:nvSpPr>
        <p:spPr>
          <a:xfrm>
            <a:off x="728640" y="539640"/>
            <a:ext cx="3347280" cy="48204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48" name="PlaceHolder 2"/>
          <p:cNvSpPr>
            <a:spLocks noGrp="1"/>
          </p:cNvSpPr>
          <p:nvPr>
            <p:ph type="title"/>
          </p:nvPr>
        </p:nvSpPr>
        <p:spPr>
          <a:xfrm>
            <a:off x="4977720" y="539640"/>
            <a:ext cx="3458160" cy="48204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slideLayout" Target="../slideLayouts/slideLayout2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8" r:id="rId2"/>
    <p:sldLayoutId id="2147483669" r:id="rId3"/>
    <p:sldLayoutId id="2147483670" r:id="rId4"/>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7.xml"/>
</Relationships>
</file>

<file path=ppt/slides/_rels/slide3.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7.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6.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17.xml"/>
</Relationships>
</file>

<file path=ppt/slides/_rels/slide7.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1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0.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17.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9" name="Google Shape;128;p24" descr=""/>
          <p:cNvPicPr/>
          <p:nvPr/>
        </p:nvPicPr>
        <p:blipFill>
          <a:blip r:embed="rId1"/>
          <a:srcRect l="0" t="13906" r="6550" b="7347"/>
          <a:stretch/>
        </p:blipFill>
        <p:spPr>
          <a:xfrm>
            <a:off x="0" y="0"/>
            <a:ext cx="9143640" cy="5143320"/>
          </a:xfrm>
          <a:prstGeom prst="rect">
            <a:avLst/>
          </a:prstGeom>
          <a:noFill/>
          <a:ln w="0">
            <a:noFill/>
          </a:ln>
        </p:spPr>
      </p:pic>
      <p:grpSp>
        <p:nvGrpSpPr>
          <p:cNvPr id="50" name="Google Shape;129;p24"/>
          <p:cNvGrpSpPr/>
          <p:nvPr/>
        </p:nvGrpSpPr>
        <p:grpSpPr>
          <a:xfrm>
            <a:off x="228600" y="228600"/>
            <a:ext cx="8672400" cy="4656960"/>
            <a:chOff x="228600" y="228600"/>
            <a:chExt cx="8672400" cy="4656960"/>
          </a:xfrm>
        </p:grpSpPr>
        <p:sp>
          <p:nvSpPr>
            <p:cNvPr id="51" name="Google Shape;130;p24"/>
            <p:cNvSpPr/>
            <p:nvPr/>
          </p:nvSpPr>
          <p:spPr>
            <a:xfrm>
              <a:off x="2050200" y="257760"/>
              <a:ext cx="6850800" cy="3777120"/>
            </a:xfrm>
            <a:prstGeom prst="roundRect">
              <a:avLst>
                <a:gd name="adj" fmla="val 7195"/>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2" name="Google Shape;131;p24"/>
            <p:cNvSpPr/>
            <p:nvPr/>
          </p:nvSpPr>
          <p:spPr>
            <a:xfrm>
              <a:off x="2050200" y="4174560"/>
              <a:ext cx="6850800" cy="710640"/>
            </a:xfrm>
            <a:prstGeom prst="roundRect">
              <a:avLst>
                <a:gd name="adj" fmla="val 24504"/>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nvGrpSpPr>
            <p:cNvPr id="53" name="Google Shape;132;p24"/>
            <p:cNvGrpSpPr/>
            <p:nvPr/>
          </p:nvGrpSpPr>
          <p:grpSpPr>
            <a:xfrm>
              <a:off x="228600" y="228600"/>
              <a:ext cx="1673640" cy="4656960"/>
              <a:chOff x="228600" y="228600"/>
              <a:chExt cx="1673640" cy="4656960"/>
            </a:xfrm>
          </p:grpSpPr>
          <p:sp>
            <p:nvSpPr>
              <p:cNvPr id="54" name="Google Shape;133;p24"/>
              <p:cNvSpPr/>
              <p:nvPr/>
            </p:nvSpPr>
            <p:spPr>
              <a:xfrm>
                <a:off x="228600" y="228600"/>
                <a:ext cx="1673640" cy="4656960"/>
              </a:xfrm>
              <a:prstGeom prst="roundRect">
                <a:avLst>
                  <a:gd name="adj" fmla="val 13823"/>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5" name="Google Shape;134;p24"/>
              <p:cNvSpPr/>
              <p:nvPr/>
            </p:nvSpPr>
            <p:spPr>
              <a:xfrm>
                <a:off x="313560" y="334440"/>
                <a:ext cx="1498320" cy="236520"/>
              </a:xfrm>
              <a:prstGeom prst="roundRect">
                <a:avLst>
                  <a:gd name="adj" fmla="val 50000"/>
                </a:avLst>
              </a:prstGeom>
              <a:solidFill>
                <a:schemeClr val="lt2"/>
              </a:solidFill>
              <a:ln w="9525">
                <a:solidFill>
                  <a:srgbClr val="00ffa4"/>
                </a:solidFill>
                <a:round/>
              </a:ln>
            </p:spPr>
            <p:style>
              <a:lnRef idx="0"/>
              <a:fillRef idx="0"/>
              <a:effectRef idx="0"/>
              <a:fontRef idx="minor"/>
            </p:style>
            <p:txBody>
              <a:bodyPr tIns="83520" bIns="83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sp>
        <p:nvSpPr>
          <p:cNvPr id="56" name="PlaceHolder 1"/>
          <p:cNvSpPr>
            <a:spLocks noGrp="1"/>
          </p:cNvSpPr>
          <p:nvPr>
            <p:ph type="title"/>
          </p:nvPr>
        </p:nvSpPr>
        <p:spPr>
          <a:xfrm>
            <a:off x="2190600" y="2571840"/>
            <a:ext cx="4495320" cy="1495080"/>
          </a:xfrm>
          <a:prstGeom prst="rect">
            <a:avLst/>
          </a:prstGeom>
          <a:noFill/>
          <a:ln w="0">
            <a:noFill/>
          </a:ln>
          <a:effectLst>
            <a:outerShdw dist="19080" dir="5400000" blurRad="57240" rotWithShape="0">
              <a:srgbClr val="000000">
                <a:alpha val="50000"/>
              </a:srgbClr>
            </a:outerShdw>
          </a:effectLst>
        </p:spPr>
        <p:txBody>
          <a:bodyPr lIns="91440" rIns="91440" tIns="91440" bIns="91440" anchor="b">
            <a:normAutofit/>
          </a:bodyPr>
          <a:p>
            <a:pPr indent="0">
              <a:lnSpc>
                <a:spcPct val="100000"/>
              </a:lnSpc>
              <a:buNone/>
              <a:tabLst>
                <a:tab algn="l" pos="0"/>
              </a:tabLst>
            </a:pPr>
            <a:r>
              <a:rPr b="1" lang="en-US" sz="4200" strike="noStrike" u="none">
                <a:solidFill>
                  <a:schemeClr val="dk1"/>
                </a:solidFill>
                <a:effectLst/>
                <a:uFillTx/>
                <a:latin typeface="Manrope"/>
                <a:ea typeface="Manrope"/>
              </a:rPr>
              <a:t>Career Fair Platform</a:t>
            </a:r>
            <a:endParaRPr b="0" lang="fr-FR" sz="4200" strike="noStrike" u="none">
              <a:solidFill>
                <a:schemeClr val="dk1"/>
              </a:solidFill>
              <a:effectLst/>
              <a:uFillTx/>
              <a:latin typeface="Arial"/>
            </a:endParaRPr>
          </a:p>
        </p:txBody>
      </p:sp>
      <p:sp>
        <p:nvSpPr>
          <p:cNvPr id="57" name="PlaceHolder 2"/>
          <p:cNvSpPr>
            <a:spLocks noGrp="1"/>
          </p:cNvSpPr>
          <p:nvPr>
            <p:ph type="subTitle"/>
          </p:nvPr>
        </p:nvSpPr>
        <p:spPr>
          <a:xfrm>
            <a:off x="2190600" y="4324320"/>
            <a:ext cx="5800320" cy="475920"/>
          </a:xfrm>
          <a:prstGeom prst="rect">
            <a:avLst/>
          </a:prstGeom>
          <a:noFill/>
          <a:ln w="0">
            <a:noFill/>
          </a:ln>
          <a:effectLst>
            <a:outerShdw dist="19080" dir="5400000" blurRad="57240" rotWithShape="0">
              <a:srgbClr val="000000">
                <a:alpha val="50000"/>
              </a:srgbClr>
            </a:outerShdw>
          </a:effectLst>
        </p:spPr>
        <p:txBody>
          <a:bodyPr lIns="91440" rIns="91440" tIns="91440" bIns="91440" anchor="t">
            <a:normAutofit/>
          </a:bodyPr>
          <a:p>
            <a:pPr indent="0">
              <a:lnSpc>
                <a:spcPct val="115000"/>
              </a:lnSpc>
              <a:buNone/>
              <a:tabLst>
                <a:tab algn="l" pos="0"/>
              </a:tabLst>
            </a:pPr>
            <a:r>
              <a:rPr b="0" lang="en-US" sz="1600" strike="noStrike" u="none">
                <a:solidFill>
                  <a:schemeClr val="dk1"/>
                </a:solidFill>
                <a:effectLst/>
                <a:uFillTx/>
                <a:latin typeface="Funnel Sans Light"/>
                <a:ea typeface="Funnel Sans Light"/>
              </a:rPr>
              <a:t>Virtual Career Fair Networking App</a:t>
            </a:r>
            <a:endParaRPr b="0" lang="en-US" sz="16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8" name="Google Shape;280;p31" descr=""/>
          <p:cNvPicPr/>
          <p:nvPr/>
        </p:nvPicPr>
        <p:blipFill>
          <a:blip r:embed="rId1"/>
          <a:srcRect l="13798" t="0" r="1556" b="0"/>
          <a:stretch/>
        </p:blipFill>
        <p:spPr>
          <a:xfrm>
            <a:off x="5659200" y="0"/>
            <a:ext cx="3484440" cy="5143320"/>
          </a:xfrm>
          <a:prstGeom prst="rect">
            <a:avLst/>
          </a:prstGeom>
          <a:noFill/>
          <a:ln w="0">
            <a:noFill/>
          </a:ln>
        </p:spPr>
      </p:pic>
      <p:grpSp>
        <p:nvGrpSpPr>
          <p:cNvPr id="59" name="Google Shape;281;p31"/>
          <p:cNvGrpSpPr/>
          <p:nvPr/>
        </p:nvGrpSpPr>
        <p:grpSpPr>
          <a:xfrm>
            <a:off x="118440" y="585360"/>
            <a:ext cx="8907120" cy="4466880"/>
            <a:chOff x="118440" y="585360"/>
            <a:chExt cx="8907120" cy="4466880"/>
          </a:xfrm>
        </p:grpSpPr>
        <p:sp>
          <p:nvSpPr>
            <p:cNvPr id="60" name="Google Shape;282;p31"/>
            <p:cNvSpPr/>
            <p:nvPr/>
          </p:nvSpPr>
          <p:spPr>
            <a:xfrm>
              <a:off x="118440" y="585360"/>
              <a:ext cx="5191920" cy="149112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61" name="Google Shape;283;p31"/>
            <p:cNvSpPr/>
            <p:nvPr/>
          </p:nvSpPr>
          <p:spPr>
            <a:xfrm rot="5400000">
              <a:off x="4471200" y="497880"/>
              <a:ext cx="201600" cy="890676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62" name="PlaceHolder 1"/>
          <p:cNvSpPr>
            <a:spLocks noGrp="1"/>
          </p:cNvSpPr>
          <p:nvPr>
            <p:ph type="title"/>
          </p:nvPr>
        </p:nvSpPr>
        <p:spPr>
          <a:xfrm>
            <a:off x="228600" y="600120"/>
            <a:ext cx="4723920" cy="1399680"/>
          </a:xfrm>
          <a:prstGeom prst="rect">
            <a:avLst/>
          </a:prstGeom>
          <a:noFill/>
          <a:ln w="0">
            <a:noFill/>
          </a:ln>
        </p:spPr>
        <p:txBody>
          <a:bodyPr lIns="91440" rIns="91440" tIns="91440" bIns="91440" anchor="b">
            <a:normAutofit/>
          </a:bodyPr>
          <a:p>
            <a:pPr indent="0">
              <a:lnSpc>
                <a:spcPct val="100000"/>
              </a:lnSpc>
              <a:buNone/>
              <a:tabLst>
                <a:tab algn="l" pos="0"/>
              </a:tabLst>
            </a:pPr>
            <a:r>
              <a:rPr b="1" lang="en-US" sz="2700" strike="noStrike" u="none">
                <a:solidFill>
                  <a:schemeClr val="dk1"/>
                </a:solidFill>
                <a:effectLst/>
                <a:uFillTx/>
                <a:latin typeface="Manrope"/>
                <a:ea typeface="Manrope"/>
              </a:rPr>
              <a:t>Introduction</a:t>
            </a:r>
            <a:endParaRPr b="0" lang="fr-FR" sz="2700" strike="noStrike" u="none">
              <a:solidFill>
                <a:schemeClr val="dk1"/>
              </a:solidFill>
              <a:effectLst/>
              <a:uFillTx/>
              <a:latin typeface="Arial"/>
            </a:endParaRPr>
          </a:p>
        </p:txBody>
      </p:sp>
      <p:sp>
        <p:nvSpPr>
          <p:cNvPr id="63" name="PlaceHolder 2"/>
          <p:cNvSpPr>
            <a:spLocks noGrp="1"/>
          </p:cNvSpPr>
          <p:nvPr>
            <p:ph type="subTitle"/>
          </p:nvPr>
        </p:nvSpPr>
        <p:spPr>
          <a:xfrm>
            <a:off x="228600" y="2314440"/>
            <a:ext cx="4028760" cy="2095200"/>
          </a:xfrm>
          <a:prstGeom prst="rect">
            <a:avLst/>
          </a:prstGeom>
          <a:noFill/>
          <a:ln w="0">
            <a:noFill/>
          </a:ln>
        </p:spPr>
        <p:txBody>
          <a:bodyPr lIns="91440" rIns="91440" tIns="91440" bIns="91440" anchor="b">
            <a:normAutofit lnSpcReduction="9999"/>
          </a:bodyPr>
          <a:p>
            <a:pPr indent="0">
              <a:lnSpc>
                <a:spcPct val="150000"/>
              </a:lnSpc>
              <a:buNone/>
              <a:tabLst>
                <a:tab algn="l" pos="0"/>
              </a:tabLst>
            </a:pPr>
            <a:r>
              <a:rPr b="0" lang="en-US" sz="1200" strike="noStrike" u="none">
                <a:solidFill>
                  <a:schemeClr val="dk1"/>
                </a:solidFill>
                <a:effectLst/>
                <a:uFillTx/>
                <a:latin typeface="Funnel Sans"/>
                <a:ea typeface="Funnel Sans"/>
              </a:rPr>
              <a:t>This platform is designed to streamline virtual career fairs and networking events, offering an interactive space where companies and job seekers can connect seamlessly. Key features include customizable company booths, efficient resume submissions, and real-time chat to foster engagement and job opportunities. Administrators can easily manage schedules, company participation, and registrations to ensure smooth event execution.</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4" name="Google Shape;280;p31" descr=""/>
          <p:cNvPicPr/>
          <p:nvPr/>
        </p:nvPicPr>
        <p:blipFill>
          <a:blip r:embed="rId1"/>
          <a:srcRect l="13798" t="0" r="1556" b="0"/>
          <a:stretch/>
        </p:blipFill>
        <p:spPr>
          <a:xfrm>
            <a:off x="5659200" y="0"/>
            <a:ext cx="3484440" cy="5143320"/>
          </a:xfrm>
          <a:prstGeom prst="rect">
            <a:avLst/>
          </a:prstGeom>
          <a:noFill/>
          <a:ln w="0">
            <a:noFill/>
          </a:ln>
        </p:spPr>
      </p:pic>
      <p:grpSp>
        <p:nvGrpSpPr>
          <p:cNvPr id="65" name="Google Shape;281;p31"/>
          <p:cNvGrpSpPr/>
          <p:nvPr/>
        </p:nvGrpSpPr>
        <p:grpSpPr>
          <a:xfrm>
            <a:off x="118440" y="585360"/>
            <a:ext cx="8907120" cy="4466880"/>
            <a:chOff x="118440" y="585360"/>
            <a:chExt cx="8907120" cy="4466880"/>
          </a:xfrm>
        </p:grpSpPr>
        <p:sp>
          <p:nvSpPr>
            <p:cNvPr id="66" name="Google Shape;282;p31"/>
            <p:cNvSpPr/>
            <p:nvPr/>
          </p:nvSpPr>
          <p:spPr>
            <a:xfrm>
              <a:off x="118440" y="585360"/>
              <a:ext cx="5191920" cy="149112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67" name="Google Shape;283;p31"/>
            <p:cNvSpPr/>
            <p:nvPr/>
          </p:nvSpPr>
          <p:spPr>
            <a:xfrm rot="5400000">
              <a:off x="4471200" y="497880"/>
              <a:ext cx="201600" cy="890676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68" name="PlaceHolder 1"/>
          <p:cNvSpPr>
            <a:spLocks noGrp="1"/>
          </p:cNvSpPr>
          <p:nvPr>
            <p:ph type="title"/>
          </p:nvPr>
        </p:nvSpPr>
        <p:spPr>
          <a:xfrm>
            <a:off x="228600" y="600120"/>
            <a:ext cx="4723920" cy="1399680"/>
          </a:xfrm>
          <a:prstGeom prst="rect">
            <a:avLst/>
          </a:prstGeom>
          <a:noFill/>
          <a:ln w="0">
            <a:noFill/>
          </a:ln>
        </p:spPr>
        <p:txBody>
          <a:bodyPr lIns="91440" rIns="91440" tIns="91440" bIns="91440" anchor="b">
            <a:normAutofit/>
          </a:bodyPr>
          <a:p>
            <a:pPr indent="0">
              <a:lnSpc>
                <a:spcPct val="100000"/>
              </a:lnSpc>
              <a:buNone/>
              <a:tabLst>
                <a:tab algn="l" pos="0"/>
              </a:tabLst>
            </a:pPr>
            <a:r>
              <a:rPr b="1" lang="en-US" sz="2700" strike="noStrike" u="none">
                <a:solidFill>
                  <a:schemeClr val="dk1"/>
                </a:solidFill>
                <a:effectLst/>
                <a:uFillTx/>
                <a:latin typeface="Manrope"/>
                <a:ea typeface="Manrope"/>
              </a:rPr>
              <a:t>Platform</a:t>
            </a:r>
            <a:endParaRPr b="0" lang="fr-FR" sz="2700" strike="noStrike" u="none">
              <a:solidFill>
                <a:schemeClr val="dk1"/>
              </a:solidFill>
              <a:effectLst/>
              <a:uFillTx/>
              <a:latin typeface="Arial"/>
            </a:endParaRPr>
          </a:p>
          <a:p>
            <a:pPr indent="0">
              <a:lnSpc>
                <a:spcPct val="100000"/>
              </a:lnSpc>
              <a:buNone/>
              <a:tabLst>
                <a:tab algn="l" pos="0"/>
              </a:tabLst>
            </a:pPr>
            <a:r>
              <a:rPr b="1" lang="en-US" sz="2700" strike="noStrike" u="none">
                <a:solidFill>
                  <a:schemeClr val="dk1"/>
                </a:solidFill>
                <a:effectLst/>
                <a:uFillTx/>
                <a:latin typeface="Manrope"/>
                <a:ea typeface="Manrope"/>
              </a:rPr>
              <a:t> Architecture</a:t>
            </a:r>
            <a:endParaRPr b="0" lang="fr-FR" sz="2700" strike="noStrike" u="none">
              <a:solidFill>
                <a:schemeClr val="dk1"/>
              </a:solidFill>
              <a:effectLst/>
              <a:uFillTx/>
              <a:latin typeface="Arial"/>
            </a:endParaRPr>
          </a:p>
        </p:txBody>
      </p:sp>
      <p:sp>
        <p:nvSpPr>
          <p:cNvPr id="69" name="PlaceHolder 2"/>
          <p:cNvSpPr>
            <a:spLocks noGrp="1"/>
          </p:cNvSpPr>
          <p:nvPr>
            <p:ph type="subTitle"/>
          </p:nvPr>
        </p:nvSpPr>
        <p:spPr>
          <a:xfrm>
            <a:off x="228600" y="2314080"/>
            <a:ext cx="4028760" cy="2095560"/>
          </a:xfrm>
          <a:prstGeom prst="rect">
            <a:avLst/>
          </a:prstGeom>
          <a:noFill/>
          <a:ln w="0">
            <a:noFill/>
          </a:ln>
        </p:spPr>
        <p:txBody>
          <a:bodyPr lIns="91440" rIns="91440" tIns="91440" bIns="91440" anchor="b">
            <a:spAutoFit/>
          </a:bodyPr>
          <a:p>
            <a:pPr indent="0" algn="ctr">
              <a:buNone/>
            </a:pPr>
            <a:endParaRPr b="0" lang="en-US" sz="1400" strike="noStrike" u="none">
              <a:solidFill>
                <a:schemeClr val="dk1"/>
              </a:solidFill>
              <a:effectLst/>
              <a:uFillTx/>
              <a:latin typeface="Funnel Sans"/>
              <a:ea typeface="Funnel Sans"/>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70" name="Google Shape;224;p28"/>
          <p:cNvGrpSpPr/>
          <p:nvPr/>
        </p:nvGrpSpPr>
        <p:grpSpPr>
          <a:xfrm>
            <a:off x="118440" y="1505520"/>
            <a:ext cx="8907120" cy="3546720"/>
            <a:chOff x="118440" y="1505520"/>
            <a:chExt cx="8907120" cy="3546720"/>
          </a:xfrm>
        </p:grpSpPr>
        <p:sp>
          <p:nvSpPr>
            <p:cNvPr id="71" name="Google Shape;225;p28"/>
            <p:cNvSpPr/>
            <p:nvPr/>
          </p:nvSpPr>
          <p:spPr>
            <a:xfrm>
              <a:off x="118440" y="1505520"/>
              <a:ext cx="8906760" cy="3157920"/>
            </a:xfrm>
            <a:prstGeom prst="roundRect">
              <a:avLst>
                <a:gd name="adj" fmla="val 5521"/>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2" name="Google Shape;226;p28"/>
            <p:cNvSpPr/>
            <p:nvPr/>
          </p:nvSpPr>
          <p:spPr>
            <a:xfrm rot="5400000">
              <a:off x="4471200" y="497880"/>
              <a:ext cx="201600" cy="890676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73" name="PlaceHolder 1"/>
          <p:cNvSpPr>
            <a:spLocks noGrp="1"/>
          </p:cNvSpPr>
          <p:nvPr>
            <p:ph type="title"/>
          </p:nvPr>
        </p:nvSpPr>
        <p:spPr>
          <a:xfrm>
            <a:off x="723960" y="457200"/>
            <a:ext cx="7705440" cy="571320"/>
          </a:xfrm>
          <a:prstGeom prst="rect">
            <a:avLst/>
          </a:prstGeom>
          <a:noFill/>
          <a:ln w="0">
            <a:noFill/>
          </a:ln>
        </p:spPr>
        <p:txBody>
          <a:bodyPr lIns="91440" rIns="91440" tIns="91440" bIns="91440" anchor="t">
            <a:normAutofit lnSpcReduction="9999"/>
          </a:bodyPr>
          <a:p>
            <a:pPr indent="0" algn="ctr">
              <a:lnSpc>
                <a:spcPct val="100000"/>
              </a:lnSpc>
              <a:buNone/>
              <a:tabLst>
                <a:tab algn="l" pos="0"/>
              </a:tabLst>
            </a:pPr>
            <a:r>
              <a:rPr b="1" lang="en-US" sz="2700" strike="noStrike" u="none">
                <a:solidFill>
                  <a:schemeClr val="dk1"/>
                </a:solidFill>
                <a:effectLst/>
                <a:uFillTx/>
                <a:latin typeface="Manrope"/>
                <a:ea typeface="Manrope"/>
              </a:rPr>
              <a:t>System design and technology stack</a:t>
            </a:r>
            <a:endParaRPr b="0" lang="fr-FR" sz="2700" strike="noStrike" u="none">
              <a:solidFill>
                <a:schemeClr val="dk1"/>
              </a:solidFill>
              <a:effectLst/>
              <a:uFillTx/>
              <a:latin typeface="Arial"/>
            </a:endParaRPr>
          </a:p>
        </p:txBody>
      </p:sp>
      <p:sp>
        <p:nvSpPr>
          <p:cNvPr id="74" name="PlaceHolder 2"/>
          <p:cNvSpPr>
            <a:spLocks noGrp="1"/>
          </p:cNvSpPr>
          <p:nvPr>
            <p:ph type="subTitle"/>
          </p:nvPr>
        </p:nvSpPr>
        <p:spPr>
          <a:xfrm>
            <a:off x="695160" y="1809720"/>
            <a:ext cx="7762680" cy="2619000"/>
          </a:xfrm>
          <a:prstGeom prst="rect">
            <a:avLst/>
          </a:prstGeom>
          <a:noFill/>
          <a:ln w="0">
            <a:noFill/>
          </a:ln>
        </p:spPr>
        <p:txBody>
          <a:bodyPr lIns="91440" rIns="91440" tIns="91440" bIns="91440" anchor="t">
            <a:normAutofit/>
          </a:bodyPr>
          <a:p>
            <a:pPr indent="0">
              <a:lnSpc>
                <a:spcPct val="150000"/>
              </a:lnSpc>
              <a:buNone/>
              <a:tabLst>
                <a:tab algn="l" pos="0"/>
              </a:tabLst>
            </a:pPr>
            <a:r>
              <a:rPr b="0" lang="en-US" sz="1200" strike="noStrike" u="none">
                <a:solidFill>
                  <a:schemeClr val="dk1"/>
                </a:solidFill>
                <a:effectLst/>
                <a:uFillTx/>
                <a:latin typeface="Funnel Sans"/>
                <a:ea typeface="Funnel Sans"/>
              </a:rPr>
              <a:t>The platform architecture emphasizes a scalable web application built on modern technologies such as React for the frontend and Node.js with Express for the backend. Cloud services ensure reliability and elasticity to support variable event traffic. Database integration manages user data, company profiles, and resumes securely and efficiently, while APIs enable live chat and event scheduling.</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75" name="Google Shape;224;p28"/>
          <p:cNvGrpSpPr/>
          <p:nvPr/>
        </p:nvGrpSpPr>
        <p:grpSpPr>
          <a:xfrm>
            <a:off x="118440" y="1505520"/>
            <a:ext cx="8907120" cy="3546720"/>
            <a:chOff x="118440" y="1505520"/>
            <a:chExt cx="8907120" cy="3546720"/>
          </a:xfrm>
        </p:grpSpPr>
        <p:sp>
          <p:nvSpPr>
            <p:cNvPr id="76" name="Google Shape;225;p28"/>
            <p:cNvSpPr/>
            <p:nvPr/>
          </p:nvSpPr>
          <p:spPr>
            <a:xfrm>
              <a:off x="118440" y="1505520"/>
              <a:ext cx="8906760" cy="3157920"/>
            </a:xfrm>
            <a:prstGeom prst="roundRect">
              <a:avLst>
                <a:gd name="adj" fmla="val 5521"/>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7" name="Google Shape;226;p28"/>
            <p:cNvSpPr/>
            <p:nvPr/>
          </p:nvSpPr>
          <p:spPr>
            <a:xfrm rot="5400000">
              <a:off x="4471200" y="497880"/>
              <a:ext cx="201600" cy="890676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78" name="PlaceHolder 1"/>
          <p:cNvSpPr>
            <a:spLocks noGrp="1"/>
          </p:cNvSpPr>
          <p:nvPr>
            <p:ph type="title"/>
          </p:nvPr>
        </p:nvSpPr>
        <p:spPr>
          <a:xfrm>
            <a:off x="723960" y="457200"/>
            <a:ext cx="7705440" cy="571320"/>
          </a:xfrm>
          <a:prstGeom prst="rect">
            <a:avLst/>
          </a:prstGeom>
          <a:noFill/>
          <a:ln w="0">
            <a:noFill/>
          </a:ln>
        </p:spPr>
        <p:txBody>
          <a:bodyPr lIns="91440" rIns="91440" tIns="91440" bIns="91440" anchor="t">
            <a:normAutofit lnSpcReduction="9999"/>
          </a:bodyPr>
          <a:p>
            <a:pPr indent="0" algn="ctr">
              <a:lnSpc>
                <a:spcPct val="100000"/>
              </a:lnSpc>
              <a:buNone/>
              <a:tabLst>
                <a:tab algn="l" pos="0"/>
              </a:tabLst>
            </a:pPr>
            <a:r>
              <a:rPr b="1" lang="en-US" sz="2700" strike="noStrike" u="none">
                <a:solidFill>
                  <a:schemeClr val="dk1"/>
                </a:solidFill>
                <a:effectLst/>
                <a:uFillTx/>
                <a:latin typeface="Manrope"/>
                <a:ea typeface="Manrope"/>
              </a:rPr>
              <a:t>User roles and permissions</a:t>
            </a:r>
            <a:endParaRPr b="0" lang="fr-FR" sz="2700" strike="noStrike" u="none">
              <a:solidFill>
                <a:schemeClr val="dk1"/>
              </a:solidFill>
              <a:effectLst/>
              <a:uFillTx/>
              <a:latin typeface="Arial"/>
            </a:endParaRPr>
          </a:p>
        </p:txBody>
      </p:sp>
      <p:sp>
        <p:nvSpPr>
          <p:cNvPr id="79" name="PlaceHolder 2"/>
          <p:cNvSpPr>
            <a:spLocks noGrp="1"/>
          </p:cNvSpPr>
          <p:nvPr>
            <p:ph type="subTitle"/>
          </p:nvPr>
        </p:nvSpPr>
        <p:spPr>
          <a:xfrm>
            <a:off x="695160" y="1809720"/>
            <a:ext cx="7762680" cy="2619000"/>
          </a:xfrm>
          <a:prstGeom prst="rect">
            <a:avLst/>
          </a:prstGeom>
          <a:noFill/>
          <a:ln w="0">
            <a:noFill/>
          </a:ln>
        </p:spPr>
        <p:txBody>
          <a:bodyPr lIns="91440" rIns="91440" tIns="91440" bIns="91440" anchor="t">
            <a:normAutofit/>
          </a:bodyPr>
          <a:p>
            <a:pPr indent="0">
              <a:lnSpc>
                <a:spcPct val="150000"/>
              </a:lnSpc>
              <a:buNone/>
              <a:tabLst>
                <a:tab algn="l" pos="0"/>
              </a:tabLst>
            </a:pPr>
            <a:r>
              <a:rPr b="0" lang="en-US" sz="1200" strike="noStrike" u="none">
                <a:solidFill>
                  <a:schemeClr val="dk1"/>
                </a:solidFill>
                <a:effectLst/>
                <a:uFillTx/>
                <a:latin typeface="Funnel Sans"/>
                <a:ea typeface="Funnel Sans"/>
              </a:rPr>
              <a:t>The system roles include Administrators, Company Representatives, and Job Seekers. Administrators control event scheduling, company booth management, and user registration oversight. Company Representatives access booth customization and candidate interaction features. Job Seekers submit resumes, participate in chats, and explore booths, all governed by permissions that safeguard data privacy and operational integrity.</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0" name="Google Shape;280;p31" descr=""/>
          <p:cNvPicPr/>
          <p:nvPr/>
        </p:nvPicPr>
        <p:blipFill>
          <a:blip r:embed="rId1"/>
          <a:srcRect l="13798" t="0" r="1556" b="0"/>
          <a:stretch/>
        </p:blipFill>
        <p:spPr>
          <a:xfrm>
            <a:off x="5659200" y="0"/>
            <a:ext cx="3484440" cy="5143320"/>
          </a:xfrm>
          <a:prstGeom prst="rect">
            <a:avLst/>
          </a:prstGeom>
          <a:noFill/>
          <a:ln w="0">
            <a:noFill/>
          </a:ln>
        </p:spPr>
      </p:pic>
      <p:grpSp>
        <p:nvGrpSpPr>
          <p:cNvPr id="81" name="Google Shape;281;p31"/>
          <p:cNvGrpSpPr/>
          <p:nvPr/>
        </p:nvGrpSpPr>
        <p:grpSpPr>
          <a:xfrm>
            <a:off x="118440" y="585360"/>
            <a:ext cx="8907120" cy="4466880"/>
            <a:chOff x="118440" y="585360"/>
            <a:chExt cx="8907120" cy="4466880"/>
          </a:xfrm>
        </p:grpSpPr>
        <p:sp>
          <p:nvSpPr>
            <p:cNvPr id="82" name="Google Shape;282;p31"/>
            <p:cNvSpPr/>
            <p:nvPr/>
          </p:nvSpPr>
          <p:spPr>
            <a:xfrm>
              <a:off x="118440" y="585360"/>
              <a:ext cx="5191920" cy="149112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83" name="Google Shape;283;p31"/>
            <p:cNvSpPr/>
            <p:nvPr/>
          </p:nvSpPr>
          <p:spPr>
            <a:xfrm rot="5400000">
              <a:off x="4471200" y="497880"/>
              <a:ext cx="201600" cy="890676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84" name="PlaceHolder 1"/>
          <p:cNvSpPr>
            <a:spLocks noGrp="1"/>
          </p:cNvSpPr>
          <p:nvPr>
            <p:ph type="title"/>
          </p:nvPr>
        </p:nvSpPr>
        <p:spPr>
          <a:xfrm>
            <a:off x="228600" y="600120"/>
            <a:ext cx="4723920" cy="1399680"/>
          </a:xfrm>
          <a:prstGeom prst="rect">
            <a:avLst/>
          </a:prstGeom>
          <a:noFill/>
          <a:ln w="0">
            <a:noFill/>
          </a:ln>
        </p:spPr>
        <p:txBody>
          <a:bodyPr lIns="91440" rIns="91440" tIns="91440" bIns="91440" anchor="b">
            <a:normAutofit/>
          </a:bodyPr>
          <a:p>
            <a:pPr indent="0">
              <a:lnSpc>
                <a:spcPct val="100000"/>
              </a:lnSpc>
              <a:buNone/>
              <a:tabLst>
                <a:tab algn="l" pos="0"/>
              </a:tabLst>
            </a:pPr>
            <a:r>
              <a:rPr b="1" lang="en-US" sz="2700" strike="noStrike" u="none">
                <a:solidFill>
                  <a:schemeClr val="dk1"/>
                </a:solidFill>
                <a:effectLst/>
                <a:uFillTx/>
                <a:latin typeface="Manrope"/>
                <a:ea typeface="Manrope"/>
              </a:rPr>
              <a:t>Scalability and performance</a:t>
            </a:r>
            <a:endParaRPr b="0" lang="fr-FR" sz="2700" strike="noStrike" u="none">
              <a:solidFill>
                <a:schemeClr val="dk1"/>
              </a:solidFill>
              <a:effectLst/>
              <a:uFillTx/>
              <a:latin typeface="Arial"/>
            </a:endParaRPr>
          </a:p>
          <a:p>
            <a:pPr indent="0">
              <a:lnSpc>
                <a:spcPct val="100000"/>
              </a:lnSpc>
              <a:buNone/>
              <a:tabLst>
                <a:tab algn="l" pos="0"/>
              </a:tabLst>
            </a:pPr>
            <a:r>
              <a:rPr b="1" lang="en-US" sz="2700" strike="noStrike" u="none">
                <a:solidFill>
                  <a:schemeClr val="dk1"/>
                </a:solidFill>
                <a:effectLst/>
                <a:uFillTx/>
                <a:latin typeface="Manrope"/>
                <a:ea typeface="Manrope"/>
              </a:rPr>
              <a:t> considerations</a:t>
            </a:r>
            <a:endParaRPr b="0" lang="fr-FR" sz="2700" strike="noStrike" u="none">
              <a:solidFill>
                <a:schemeClr val="dk1"/>
              </a:solidFill>
              <a:effectLst/>
              <a:uFillTx/>
              <a:latin typeface="Arial"/>
            </a:endParaRPr>
          </a:p>
        </p:txBody>
      </p:sp>
      <p:sp>
        <p:nvSpPr>
          <p:cNvPr id="85" name="PlaceHolder 2"/>
          <p:cNvSpPr>
            <a:spLocks noGrp="1"/>
          </p:cNvSpPr>
          <p:nvPr>
            <p:ph type="subTitle"/>
          </p:nvPr>
        </p:nvSpPr>
        <p:spPr>
          <a:xfrm>
            <a:off x="228600" y="2314440"/>
            <a:ext cx="4028760" cy="2095200"/>
          </a:xfrm>
          <a:prstGeom prst="rect">
            <a:avLst/>
          </a:prstGeom>
          <a:noFill/>
          <a:ln w="0">
            <a:noFill/>
          </a:ln>
        </p:spPr>
        <p:txBody>
          <a:bodyPr lIns="91440" rIns="91440" tIns="91440" bIns="91440" anchor="b">
            <a:normAutofit lnSpcReduction="9999"/>
          </a:bodyPr>
          <a:p>
            <a:pPr indent="0">
              <a:lnSpc>
                <a:spcPct val="150000"/>
              </a:lnSpc>
              <a:buNone/>
              <a:tabLst>
                <a:tab algn="l" pos="0"/>
              </a:tabLst>
            </a:pPr>
            <a:r>
              <a:rPr b="0" lang="en-US" sz="1200" strike="noStrike" u="none">
                <a:solidFill>
                  <a:schemeClr val="dk1"/>
                </a:solidFill>
                <a:effectLst/>
                <a:uFillTx/>
                <a:latin typeface="Funnel Sans"/>
                <a:ea typeface="Funnel Sans"/>
              </a:rPr>
              <a:t>The platform is designed to handle high traffic during peak event times with </a:t>
            </a:r>
            <a:r>
              <a:rPr b="1" lang="en-US" sz="1200" strike="noStrike" u="none">
                <a:solidFill>
                  <a:schemeClr val="dk1"/>
                </a:solidFill>
                <a:effectLst/>
                <a:uFillTx/>
                <a:latin typeface="Funnel Sans"/>
                <a:ea typeface="Funnel Sans"/>
              </a:rPr>
              <a:t>auto-scaling capabilities</a:t>
            </a:r>
            <a:r>
              <a:rPr b="0" lang="en-US" sz="1200" strike="noStrike" u="none">
                <a:solidFill>
                  <a:schemeClr val="dk1"/>
                </a:solidFill>
                <a:effectLst/>
                <a:uFillTx/>
                <a:latin typeface="Funnel Sans"/>
                <a:ea typeface="Funnel Sans"/>
              </a:rPr>
              <a:t> using cloud infrastructure. Load balancing distributes user requests evenly to minimize latency. Performance optimizations include efficient database queries and CDN integration for fast content delivery, ensuring a seamless experience for all participants, regardless of event size.</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6" name="Google Shape;280;p31" descr=""/>
          <p:cNvPicPr/>
          <p:nvPr/>
        </p:nvPicPr>
        <p:blipFill>
          <a:blip r:embed="rId1"/>
          <a:srcRect l="13798" t="0" r="1556" b="0"/>
          <a:stretch/>
        </p:blipFill>
        <p:spPr>
          <a:xfrm>
            <a:off x="5659200" y="0"/>
            <a:ext cx="3484440" cy="5143320"/>
          </a:xfrm>
          <a:prstGeom prst="rect">
            <a:avLst/>
          </a:prstGeom>
          <a:noFill/>
          <a:ln w="0">
            <a:noFill/>
          </a:ln>
        </p:spPr>
      </p:pic>
      <p:grpSp>
        <p:nvGrpSpPr>
          <p:cNvPr id="87" name="Google Shape;281;p31"/>
          <p:cNvGrpSpPr/>
          <p:nvPr/>
        </p:nvGrpSpPr>
        <p:grpSpPr>
          <a:xfrm>
            <a:off x="118440" y="585360"/>
            <a:ext cx="8907120" cy="4466880"/>
            <a:chOff x="118440" y="585360"/>
            <a:chExt cx="8907120" cy="4466880"/>
          </a:xfrm>
        </p:grpSpPr>
        <p:sp>
          <p:nvSpPr>
            <p:cNvPr id="88" name="Google Shape;282;p31"/>
            <p:cNvSpPr/>
            <p:nvPr/>
          </p:nvSpPr>
          <p:spPr>
            <a:xfrm>
              <a:off x="118440" y="585360"/>
              <a:ext cx="5191920" cy="149112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89" name="Google Shape;283;p31"/>
            <p:cNvSpPr/>
            <p:nvPr/>
          </p:nvSpPr>
          <p:spPr>
            <a:xfrm rot="5400000">
              <a:off x="4471200" y="497880"/>
              <a:ext cx="201600" cy="890676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90" name="PlaceHolder 1"/>
          <p:cNvSpPr>
            <a:spLocks noGrp="1"/>
          </p:cNvSpPr>
          <p:nvPr>
            <p:ph type="title"/>
          </p:nvPr>
        </p:nvSpPr>
        <p:spPr>
          <a:xfrm>
            <a:off x="228600" y="600120"/>
            <a:ext cx="4723920" cy="1399680"/>
          </a:xfrm>
          <a:prstGeom prst="rect">
            <a:avLst/>
          </a:prstGeom>
          <a:noFill/>
          <a:ln w="0">
            <a:noFill/>
          </a:ln>
        </p:spPr>
        <p:txBody>
          <a:bodyPr lIns="91440" rIns="91440" tIns="91440" bIns="91440" anchor="b">
            <a:normAutofit/>
          </a:bodyPr>
          <a:p>
            <a:pPr indent="0">
              <a:lnSpc>
                <a:spcPct val="100000"/>
              </a:lnSpc>
              <a:buNone/>
              <a:tabLst>
                <a:tab algn="l" pos="0"/>
              </a:tabLst>
            </a:pPr>
            <a:r>
              <a:rPr b="1" lang="en-US" sz="2700" strike="noStrike" u="none">
                <a:solidFill>
                  <a:schemeClr val="dk1"/>
                </a:solidFill>
                <a:effectLst/>
                <a:uFillTx/>
                <a:latin typeface="Manrope"/>
                <a:ea typeface="Manrope"/>
              </a:rPr>
              <a:t>Feature</a:t>
            </a:r>
            <a:endParaRPr b="0" lang="fr-FR" sz="2700" strike="noStrike" u="none">
              <a:solidFill>
                <a:schemeClr val="dk1"/>
              </a:solidFill>
              <a:effectLst/>
              <a:uFillTx/>
              <a:latin typeface="Arial"/>
            </a:endParaRPr>
          </a:p>
          <a:p>
            <a:pPr indent="0">
              <a:lnSpc>
                <a:spcPct val="100000"/>
              </a:lnSpc>
              <a:buNone/>
              <a:tabLst>
                <a:tab algn="l" pos="0"/>
              </a:tabLst>
            </a:pPr>
            <a:r>
              <a:rPr b="1" lang="en-US" sz="2700" strike="noStrike" u="none">
                <a:solidFill>
                  <a:schemeClr val="dk1"/>
                </a:solidFill>
                <a:effectLst/>
                <a:uFillTx/>
                <a:latin typeface="Manrope"/>
                <a:ea typeface="Manrope"/>
              </a:rPr>
              <a:t> Set</a:t>
            </a:r>
            <a:endParaRPr b="0" lang="fr-FR" sz="2700" strike="noStrike" u="none">
              <a:solidFill>
                <a:schemeClr val="dk1"/>
              </a:solidFill>
              <a:effectLst/>
              <a:uFillTx/>
              <a:latin typeface="Arial"/>
            </a:endParaRPr>
          </a:p>
        </p:txBody>
      </p:sp>
      <p:sp>
        <p:nvSpPr>
          <p:cNvPr id="91" name="PlaceHolder 2"/>
          <p:cNvSpPr>
            <a:spLocks noGrp="1"/>
          </p:cNvSpPr>
          <p:nvPr>
            <p:ph type="subTitle"/>
          </p:nvPr>
        </p:nvSpPr>
        <p:spPr>
          <a:xfrm>
            <a:off x="228600" y="2314080"/>
            <a:ext cx="4028760" cy="2095560"/>
          </a:xfrm>
          <a:prstGeom prst="rect">
            <a:avLst/>
          </a:prstGeom>
          <a:noFill/>
          <a:ln w="0">
            <a:noFill/>
          </a:ln>
        </p:spPr>
        <p:txBody>
          <a:bodyPr lIns="91440" rIns="91440" tIns="91440" bIns="91440" anchor="b">
            <a:spAutoFit/>
          </a:bodyPr>
          <a:p>
            <a:pPr indent="0" algn="ctr">
              <a:buNone/>
            </a:pPr>
            <a:endParaRPr b="0" lang="en-US" sz="1400" strike="noStrike" u="none">
              <a:solidFill>
                <a:schemeClr val="dk1"/>
              </a:solidFill>
              <a:effectLst/>
              <a:uFillTx/>
              <a:latin typeface="Funnel Sans"/>
              <a:ea typeface="Funnel Sans"/>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92" name="Google Shape;224;p28"/>
          <p:cNvGrpSpPr/>
          <p:nvPr/>
        </p:nvGrpSpPr>
        <p:grpSpPr>
          <a:xfrm>
            <a:off x="118440" y="1505520"/>
            <a:ext cx="8907120" cy="3546720"/>
            <a:chOff x="118440" y="1505520"/>
            <a:chExt cx="8907120" cy="3546720"/>
          </a:xfrm>
        </p:grpSpPr>
        <p:sp>
          <p:nvSpPr>
            <p:cNvPr id="93" name="Google Shape;225;p28"/>
            <p:cNvSpPr/>
            <p:nvPr/>
          </p:nvSpPr>
          <p:spPr>
            <a:xfrm>
              <a:off x="118440" y="1505520"/>
              <a:ext cx="8906760" cy="3157920"/>
            </a:xfrm>
            <a:prstGeom prst="roundRect">
              <a:avLst>
                <a:gd name="adj" fmla="val 5521"/>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4" name="Google Shape;226;p28"/>
            <p:cNvSpPr/>
            <p:nvPr/>
          </p:nvSpPr>
          <p:spPr>
            <a:xfrm rot="5400000">
              <a:off x="4471200" y="497880"/>
              <a:ext cx="201600" cy="890676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95" name="PlaceHolder 1"/>
          <p:cNvSpPr>
            <a:spLocks noGrp="1"/>
          </p:cNvSpPr>
          <p:nvPr>
            <p:ph type="title"/>
          </p:nvPr>
        </p:nvSpPr>
        <p:spPr>
          <a:xfrm>
            <a:off x="723960" y="457200"/>
            <a:ext cx="7705440" cy="571320"/>
          </a:xfrm>
          <a:prstGeom prst="rect">
            <a:avLst/>
          </a:prstGeom>
          <a:noFill/>
          <a:ln w="0">
            <a:noFill/>
          </a:ln>
        </p:spPr>
        <p:txBody>
          <a:bodyPr lIns="91440" rIns="91440" tIns="91440" bIns="91440" anchor="t">
            <a:normAutofit lnSpcReduction="9999"/>
          </a:bodyPr>
          <a:p>
            <a:pPr indent="0" algn="ctr">
              <a:lnSpc>
                <a:spcPct val="100000"/>
              </a:lnSpc>
              <a:buNone/>
              <a:tabLst>
                <a:tab algn="l" pos="0"/>
              </a:tabLst>
            </a:pPr>
            <a:r>
              <a:rPr b="1" lang="en-US" sz="2700" strike="noStrike" u="none">
                <a:solidFill>
                  <a:schemeClr val="dk1"/>
                </a:solidFill>
                <a:effectLst/>
                <a:uFillTx/>
                <a:latin typeface="Manrope"/>
                <a:ea typeface="Manrope"/>
              </a:rPr>
              <a:t>Company booths and virtual spaces</a:t>
            </a:r>
            <a:endParaRPr b="0" lang="fr-FR" sz="2700" strike="noStrike" u="none">
              <a:solidFill>
                <a:schemeClr val="dk1"/>
              </a:solidFill>
              <a:effectLst/>
              <a:uFillTx/>
              <a:latin typeface="Arial"/>
            </a:endParaRPr>
          </a:p>
        </p:txBody>
      </p:sp>
      <p:sp>
        <p:nvSpPr>
          <p:cNvPr id="96" name="PlaceHolder 2"/>
          <p:cNvSpPr>
            <a:spLocks noGrp="1"/>
          </p:cNvSpPr>
          <p:nvPr>
            <p:ph type="subTitle"/>
          </p:nvPr>
        </p:nvSpPr>
        <p:spPr>
          <a:xfrm>
            <a:off x="695160" y="1809720"/>
            <a:ext cx="7762680" cy="2619000"/>
          </a:xfrm>
          <a:prstGeom prst="rect">
            <a:avLst/>
          </a:prstGeom>
          <a:noFill/>
          <a:ln w="0">
            <a:noFill/>
          </a:ln>
        </p:spPr>
        <p:txBody>
          <a:bodyPr lIns="91440" rIns="91440" tIns="91440" bIns="91440" anchor="t">
            <a:normAutofit/>
          </a:bodyPr>
          <a:p>
            <a:pPr indent="0">
              <a:lnSpc>
                <a:spcPct val="150000"/>
              </a:lnSpc>
              <a:buNone/>
              <a:tabLst>
                <a:tab algn="l" pos="0"/>
              </a:tabLst>
            </a:pPr>
            <a:r>
              <a:rPr b="0" lang="en-US" sz="1200" strike="noStrike" u="none">
                <a:solidFill>
                  <a:schemeClr val="dk1"/>
                </a:solidFill>
                <a:effectLst/>
                <a:uFillTx/>
                <a:latin typeface="Funnel Sans"/>
                <a:ea typeface="Funnel Sans"/>
              </a:rPr>
              <a:t>Company booths offer customizable virtual spaces where organizations showcase their brand, job openings, and multimedia content. Interactive elements such as video presentations and downloadable brochures engage attendees. Booths are accessible throughout the event, providing a </a:t>
            </a:r>
            <a:r>
              <a:rPr b="1" lang="en-US" sz="1200" strike="noStrike" u="none">
                <a:solidFill>
                  <a:schemeClr val="dk1"/>
                </a:solidFill>
                <a:effectLst/>
                <a:uFillTx/>
                <a:latin typeface="Funnel Sans"/>
                <a:ea typeface="Funnel Sans"/>
              </a:rPr>
              <a:t>dynamic space for networking</a:t>
            </a:r>
            <a:r>
              <a:rPr b="0" lang="en-US" sz="1200" strike="noStrike" u="none">
                <a:solidFill>
                  <a:schemeClr val="dk1"/>
                </a:solidFill>
                <a:effectLst/>
                <a:uFillTx/>
                <a:latin typeface="Funnel Sans"/>
                <a:ea typeface="Funnel Sans"/>
              </a:rPr>
              <a:t> and information exchange.</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97" name="Google Shape;224;p28"/>
          <p:cNvGrpSpPr/>
          <p:nvPr/>
        </p:nvGrpSpPr>
        <p:grpSpPr>
          <a:xfrm>
            <a:off x="118440" y="1505520"/>
            <a:ext cx="8907120" cy="3546720"/>
            <a:chOff x="118440" y="1505520"/>
            <a:chExt cx="8907120" cy="3546720"/>
          </a:xfrm>
        </p:grpSpPr>
        <p:sp>
          <p:nvSpPr>
            <p:cNvPr id="98" name="Google Shape;225;p28"/>
            <p:cNvSpPr/>
            <p:nvPr/>
          </p:nvSpPr>
          <p:spPr>
            <a:xfrm>
              <a:off x="118440" y="1505520"/>
              <a:ext cx="8906760" cy="3157920"/>
            </a:xfrm>
            <a:prstGeom prst="roundRect">
              <a:avLst>
                <a:gd name="adj" fmla="val 5521"/>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9" name="Google Shape;226;p28"/>
            <p:cNvSpPr/>
            <p:nvPr/>
          </p:nvSpPr>
          <p:spPr>
            <a:xfrm rot="5400000">
              <a:off x="4471200" y="497880"/>
              <a:ext cx="201600" cy="890676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100" name="PlaceHolder 1"/>
          <p:cNvSpPr>
            <a:spLocks noGrp="1"/>
          </p:cNvSpPr>
          <p:nvPr>
            <p:ph type="title"/>
          </p:nvPr>
        </p:nvSpPr>
        <p:spPr>
          <a:xfrm>
            <a:off x="723960" y="457200"/>
            <a:ext cx="7705440" cy="571320"/>
          </a:xfrm>
          <a:prstGeom prst="rect">
            <a:avLst/>
          </a:prstGeom>
          <a:noFill/>
          <a:ln w="0">
            <a:noFill/>
          </a:ln>
        </p:spPr>
        <p:txBody>
          <a:bodyPr lIns="91440" rIns="91440" tIns="91440" bIns="91440" anchor="t">
            <a:normAutofit lnSpcReduction="9999"/>
          </a:bodyPr>
          <a:p>
            <a:pPr indent="0" algn="ctr">
              <a:lnSpc>
                <a:spcPct val="100000"/>
              </a:lnSpc>
              <a:buNone/>
              <a:tabLst>
                <a:tab algn="l" pos="0"/>
              </a:tabLst>
            </a:pPr>
            <a:r>
              <a:rPr b="1" lang="en-US" sz="2700" strike="noStrike" u="none">
                <a:solidFill>
                  <a:schemeClr val="dk1"/>
                </a:solidFill>
                <a:effectLst/>
                <a:uFillTx/>
                <a:latin typeface="Manrope"/>
                <a:ea typeface="Manrope"/>
              </a:rPr>
              <a:t>Resume submissions and database management</a:t>
            </a:r>
            <a:endParaRPr b="0" lang="fr-FR" sz="2700" strike="noStrike" u="none">
              <a:solidFill>
                <a:schemeClr val="dk1"/>
              </a:solidFill>
              <a:effectLst/>
              <a:uFillTx/>
              <a:latin typeface="Arial"/>
            </a:endParaRPr>
          </a:p>
        </p:txBody>
      </p:sp>
      <p:sp>
        <p:nvSpPr>
          <p:cNvPr id="101" name="PlaceHolder 2"/>
          <p:cNvSpPr>
            <a:spLocks noGrp="1"/>
          </p:cNvSpPr>
          <p:nvPr>
            <p:ph type="subTitle"/>
          </p:nvPr>
        </p:nvSpPr>
        <p:spPr>
          <a:xfrm>
            <a:off x="695160" y="1809720"/>
            <a:ext cx="7762680" cy="2619000"/>
          </a:xfrm>
          <a:prstGeom prst="rect">
            <a:avLst/>
          </a:prstGeom>
          <a:noFill/>
          <a:ln w="0">
            <a:noFill/>
          </a:ln>
        </p:spPr>
        <p:txBody>
          <a:bodyPr lIns="91440" rIns="91440" tIns="91440" bIns="91440" anchor="t">
            <a:normAutofit/>
          </a:bodyPr>
          <a:p>
            <a:pPr indent="0">
              <a:lnSpc>
                <a:spcPct val="150000"/>
              </a:lnSpc>
              <a:buNone/>
              <a:tabLst>
                <a:tab algn="l" pos="0"/>
              </a:tabLst>
            </a:pPr>
            <a:r>
              <a:rPr b="0" lang="en-US" sz="1200" strike="noStrike" u="none">
                <a:solidFill>
                  <a:schemeClr val="dk1"/>
                </a:solidFill>
                <a:effectLst/>
                <a:uFillTx/>
                <a:latin typeface="Funnel Sans"/>
                <a:ea typeface="Funnel Sans"/>
              </a:rPr>
              <a:t>The platform supports secure resume uploads with easy submission workflows for job seekers. Resumes are stored in a centralized database, allowing companies to search and filter candidates efficiently. Data privacy and compliance with regulations are prioritized to protect user information throughout the process.</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2" name="Google Shape;280;p31" descr=""/>
          <p:cNvPicPr/>
          <p:nvPr/>
        </p:nvPicPr>
        <p:blipFill>
          <a:blip r:embed="rId1"/>
          <a:srcRect l="13798" t="0" r="1556" b="0"/>
          <a:stretch/>
        </p:blipFill>
        <p:spPr>
          <a:xfrm>
            <a:off x="5659200" y="0"/>
            <a:ext cx="3484440" cy="5143320"/>
          </a:xfrm>
          <a:prstGeom prst="rect">
            <a:avLst/>
          </a:prstGeom>
          <a:noFill/>
          <a:ln w="0">
            <a:noFill/>
          </a:ln>
        </p:spPr>
      </p:pic>
      <p:grpSp>
        <p:nvGrpSpPr>
          <p:cNvPr id="103" name="Google Shape;281;p31"/>
          <p:cNvGrpSpPr/>
          <p:nvPr/>
        </p:nvGrpSpPr>
        <p:grpSpPr>
          <a:xfrm>
            <a:off x="118440" y="585360"/>
            <a:ext cx="8907120" cy="4466880"/>
            <a:chOff x="118440" y="585360"/>
            <a:chExt cx="8907120" cy="4466880"/>
          </a:xfrm>
        </p:grpSpPr>
        <p:sp>
          <p:nvSpPr>
            <p:cNvPr id="104" name="Google Shape;282;p31"/>
            <p:cNvSpPr/>
            <p:nvPr/>
          </p:nvSpPr>
          <p:spPr>
            <a:xfrm>
              <a:off x="118440" y="585360"/>
              <a:ext cx="5191920" cy="149112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05" name="Google Shape;283;p31"/>
            <p:cNvSpPr/>
            <p:nvPr/>
          </p:nvSpPr>
          <p:spPr>
            <a:xfrm rot="5400000">
              <a:off x="4471200" y="497880"/>
              <a:ext cx="201600" cy="890676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106" name="PlaceHolder 1"/>
          <p:cNvSpPr>
            <a:spLocks noGrp="1"/>
          </p:cNvSpPr>
          <p:nvPr>
            <p:ph type="title"/>
          </p:nvPr>
        </p:nvSpPr>
        <p:spPr>
          <a:xfrm>
            <a:off x="228600" y="600120"/>
            <a:ext cx="4723920" cy="1399680"/>
          </a:xfrm>
          <a:prstGeom prst="rect">
            <a:avLst/>
          </a:prstGeom>
          <a:noFill/>
          <a:ln w="0">
            <a:noFill/>
          </a:ln>
        </p:spPr>
        <p:txBody>
          <a:bodyPr lIns="91440" rIns="91440" tIns="91440" bIns="91440" anchor="b">
            <a:normAutofit/>
          </a:bodyPr>
          <a:p>
            <a:pPr indent="0">
              <a:lnSpc>
                <a:spcPct val="100000"/>
              </a:lnSpc>
              <a:buNone/>
              <a:tabLst>
                <a:tab algn="l" pos="0"/>
              </a:tabLst>
            </a:pPr>
            <a:r>
              <a:rPr b="1" lang="en-US" sz="2700" strike="noStrike" u="none">
                <a:solidFill>
                  <a:schemeClr val="dk1"/>
                </a:solidFill>
                <a:effectLst/>
                <a:uFillTx/>
                <a:latin typeface="Manrope"/>
                <a:ea typeface="Manrope"/>
              </a:rPr>
              <a:t>Live chat and networking</a:t>
            </a:r>
            <a:endParaRPr b="0" lang="fr-FR" sz="2700" strike="noStrike" u="none">
              <a:solidFill>
                <a:schemeClr val="dk1"/>
              </a:solidFill>
              <a:effectLst/>
              <a:uFillTx/>
              <a:latin typeface="Arial"/>
            </a:endParaRPr>
          </a:p>
          <a:p>
            <a:pPr indent="0">
              <a:lnSpc>
                <a:spcPct val="100000"/>
              </a:lnSpc>
              <a:buNone/>
              <a:tabLst>
                <a:tab algn="l" pos="0"/>
              </a:tabLst>
            </a:pPr>
            <a:r>
              <a:rPr b="1" lang="en-US" sz="2700" strike="noStrike" u="none">
                <a:solidFill>
                  <a:schemeClr val="dk1"/>
                </a:solidFill>
                <a:effectLst/>
                <a:uFillTx/>
                <a:latin typeface="Manrope"/>
                <a:ea typeface="Manrope"/>
              </a:rPr>
              <a:t> tools</a:t>
            </a:r>
            <a:endParaRPr b="0" lang="fr-FR" sz="2700" strike="noStrike" u="none">
              <a:solidFill>
                <a:schemeClr val="dk1"/>
              </a:solidFill>
              <a:effectLst/>
              <a:uFillTx/>
              <a:latin typeface="Arial"/>
            </a:endParaRPr>
          </a:p>
        </p:txBody>
      </p:sp>
      <p:sp>
        <p:nvSpPr>
          <p:cNvPr id="107" name="PlaceHolder 2"/>
          <p:cNvSpPr>
            <a:spLocks noGrp="1"/>
          </p:cNvSpPr>
          <p:nvPr>
            <p:ph type="subTitle"/>
          </p:nvPr>
        </p:nvSpPr>
        <p:spPr>
          <a:xfrm>
            <a:off x="228600" y="2314440"/>
            <a:ext cx="4028760" cy="2095200"/>
          </a:xfrm>
          <a:prstGeom prst="rect">
            <a:avLst/>
          </a:prstGeom>
          <a:noFill/>
          <a:ln w="0">
            <a:noFill/>
          </a:ln>
        </p:spPr>
        <p:txBody>
          <a:bodyPr lIns="91440" rIns="91440" tIns="91440" bIns="91440" anchor="b">
            <a:normAutofit/>
          </a:bodyPr>
          <a:p>
            <a:pPr indent="0">
              <a:lnSpc>
                <a:spcPct val="150000"/>
              </a:lnSpc>
              <a:buNone/>
              <a:tabLst>
                <a:tab algn="l" pos="0"/>
              </a:tabLst>
            </a:pPr>
            <a:r>
              <a:rPr b="0" lang="en-US" sz="1200" strike="noStrike" u="none">
                <a:solidFill>
                  <a:schemeClr val="dk1"/>
                </a:solidFill>
                <a:effectLst/>
                <a:uFillTx/>
                <a:latin typeface="Funnel Sans"/>
                <a:ea typeface="Funnel Sans"/>
              </a:rPr>
              <a:t>Real-time chat capabilities enable direct communication between candidates and recruiters, fostering instant engagement. Group chat rooms, one-on-one messaging, and scheduled networking sessions enhance interaction opportunities. These tools are integrated with notifications to ensure timely responses and active participation.</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08" name="Google Shape;224;p28"/>
          <p:cNvGrpSpPr/>
          <p:nvPr/>
        </p:nvGrpSpPr>
        <p:grpSpPr>
          <a:xfrm>
            <a:off x="118440" y="1505520"/>
            <a:ext cx="8907120" cy="3546720"/>
            <a:chOff x="118440" y="1505520"/>
            <a:chExt cx="8907120" cy="3546720"/>
          </a:xfrm>
        </p:grpSpPr>
        <p:sp>
          <p:nvSpPr>
            <p:cNvPr id="109" name="Google Shape;225;p28"/>
            <p:cNvSpPr/>
            <p:nvPr/>
          </p:nvSpPr>
          <p:spPr>
            <a:xfrm>
              <a:off x="118440" y="1505520"/>
              <a:ext cx="8906760" cy="3157920"/>
            </a:xfrm>
            <a:prstGeom prst="roundRect">
              <a:avLst>
                <a:gd name="adj" fmla="val 5521"/>
              </a:avLst>
            </a:prstGeom>
            <a:noFill/>
            <a:ln w="9525">
              <a:solidFill>
                <a:srgbClr val="fffff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10" name="Google Shape;226;p28"/>
            <p:cNvSpPr/>
            <p:nvPr/>
          </p:nvSpPr>
          <p:spPr>
            <a:xfrm rot="5400000">
              <a:off x="4471200" y="497880"/>
              <a:ext cx="201600" cy="8906760"/>
            </a:xfrm>
            <a:prstGeom prst="roundRect">
              <a:avLst>
                <a:gd name="adj" fmla="val 50000"/>
              </a:avLst>
            </a:prstGeom>
            <a:noFill/>
            <a:ln w="9525">
              <a:solidFill>
                <a:srgbClr val="00ffa4"/>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111" name="PlaceHolder 1"/>
          <p:cNvSpPr>
            <a:spLocks noGrp="1"/>
          </p:cNvSpPr>
          <p:nvPr>
            <p:ph type="title"/>
          </p:nvPr>
        </p:nvSpPr>
        <p:spPr>
          <a:xfrm>
            <a:off x="723960" y="457200"/>
            <a:ext cx="7705440" cy="571320"/>
          </a:xfrm>
          <a:prstGeom prst="rect">
            <a:avLst/>
          </a:prstGeom>
          <a:noFill/>
          <a:ln w="0">
            <a:noFill/>
          </a:ln>
        </p:spPr>
        <p:txBody>
          <a:bodyPr lIns="91440" rIns="91440" tIns="91440" bIns="91440" anchor="t">
            <a:normAutofit lnSpcReduction="9999"/>
          </a:bodyPr>
          <a:p>
            <a:pPr indent="0" algn="ctr">
              <a:lnSpc>
                <a:spcPct val="100000"/>
              </a:lnSpc>
              <a:buNone/>
              <a:tabLst>
                <a:tab algn="l" pos="0"/>
              </a:tabLst>
            </a:pPr>
            <a:r>
              <a:rPr b="1" lang="en-US" sz="2700" strike="noStrike" u="none">
                <a:solidFill>
                  <a:schemeClr val="dk1"/>
                </a:solidFill>
                <a:effectLst/>
                <a:uFillTx/>
                <a:latin typeface="Manrope"/>
                <a:ea typeface="Manrope"/>
              </a:rPr>
              <a:t>Conclusions</a:t>
            </a:r>
            <a:endParaRPr b="0" lang="fr-FR" sz="2700" strike="noStrike" u="none">
              <a:solidFill>
                <a:schemeClr val="dk1"/>
              </a:solidFill>
              <a:effectLst/>
              <a:uFillTx/>
              <a:latin typeface="Arial"/>
            </a:endParaRPr>
          </a:p>
        </p:txBody>
      </p:sp>
      <p:sp>
        <p:nvSpPr>
          <p:cNvPr id="112" name="PlaceHolder 2"/>
          <p:cNvSpPr>
            <a:spLocks noGrp="1"/>
          </p:cNvSpPr>
          <p:nvPr>
            <p:ph type="subTitle"/>
          </p:nvPr>
        </p:nvSpPr>
        <p:spPr>
          <a:xfrm>
            <a:off x="695160" y="1809720"/>
            <a:ext cx="7762680" cy="2619000"/>
          </a:xfrm>
          <a:prstGeom prst="rect">
            <a:avLst/>
          </a:prstGeom>
          <a:noFill/>
          <a:ln w="0">
            <a:noFill/>
          </a:ln>
        </p:spPr>
        <p:txBody>
          <a:bodyPr lIns="91440" rIns="91440" tIns="91440" bIns="91440" anchor="t">
            <a:normAutofit/>
          </a:bodyPr>
          <a:p>
            <a:pPr indent="0">
              <a:lnSpc>
                <a:spcPct val="150000"/>
              </a:lnSpc>
              <a:buNone/>
              <a:tabLst>
                <a:tab algn="l" pos="0"/>
              </a:tabLst>
            </a:pPr>
            <a:r>
              <a:rPr b="0" lang="en-US" sz="1200" strike="noStrike" u="none">
                <a:solidFill>
                  <a:schemeClr val="dk1"/>
                </a:solidFill>
                <a:effectLst/>
                <a:uFillTx/>
                <a:latin typeface="Funnel Sans"/>
                <a:ea typeface="Funnel Sans"/>
              </a:rPr>
              <a:t>This platform offers a comprehensive solution for virtual career fairs, combining </a:t>
            </a:r>
            <a:r>
              <a:rPr b="1" lang="en-US" sz="1200" strike="noStrike" u="none">
                <a:solidFill>
                  <a:schemeClr val="dk1"/>
                </a:solidFill>
                <a:effectLst/>
                <a:uFillTx/>
                <a:latin typeface="Funnel Sans"/>
                <a:ea typeface="Funnel Sans"/>
              </a:rPr>
              <a:t>advanced features</a:t>
            </a:r>
            <a:r>
              <a:rPr b="0" lang="en-US" sz="1200" strike="noStrike" u="none">
                <a:solidFill>
                  <a:schemeClr val="dk1"/>
                </a:solidFill>
                <a:effectLst/>
                <a:uFillTx/>
                <a:latin typeface="Funnel Sans"/>
                <a:ea typeface="Funnel Sans"/>
              </a:rPr>
              <a:t> such as customizable booths, seamless resume management, and robust live communication tools. Focused on scalability and usability, it enables organizations and job seekers to connect effectively, maximizing networking potential and recruitment success in a fully digital environment.</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PlaceHolder 1"/>
          <p:cNvSpPr>
            <a:spLocks noGrp="1"/>
          </p:cNvSpPr>
          <p:nvPr>
            <p:ph type="title"/>
          </p:nvPr>
        </p:nvSpPr>
        <p:spPr>
          <a:xfrm>
            <a:off x="2352600" y="777960"/>
            <a:ext cx="4447800" cy="869400"/>
          </a:xfrm>
          <a:prstGeom prst="rect">
            <a:avLst/>
          </a:prstGeom>
          <a:noFill/>
          <a:ln w="0">
            <a:noFill/>
          </a:ln>
        </p:spPr>
        <p:txBody>
          <a:bodyPr lIns="91440" rIns="91440" tIns="91440" bIns="91440" anchor="b">
            <a:spAutoFit/>
          </a:bodyPr>
          <a:p>
            <a:pPr indent="0" algn="ctr">
              <a:lnSpc>
                <a:spcPct val="100000"/>
              </a:lnSpc>
              <a:buNone/>
              <a:tabLst>
                <a:tab algn="l" pos="0"/>
              </a:tabLst>
            </a:pPr>
            <a:r>
              <a:rPr b="1" lang="en" sz="4500" strike="noStrike" u="none">
                <a:solidFill>
                  <a:schemeClr val="dk1"/>
                </a:solidFill>
                <a:effectLst/>
                <a:uFillTx/>
                <a:latin typeface="Manrope"/>
                <a:ea typeface="Manrope"/>
              </a:rPr>
              <a:t>THANKS!</a:t>
            </a:r>
            <a:endParaRPr b="0" lang="fr-FR" sz="4500" strike="noStrike" u="none">
              <a:solidFill>
                <a:schemeClr val="dk1"/>
              </a:solidFill>
              <a:effectLst/>
              <a:uFillTx/>
              <a:latin typeface="Arial"/>
            </a:endParaRPr>
          </a:p>
        </p:txBody>
      </p:sp>
      <p:sp>
        <p:nvSpPr>
          <p:cNvPr id="114" name="PlaceHolder 2"/>
          <p:cNvSpPr>
            <a:spLocks noGrp="1"/>
          </p:cNvSpPr>
          <p:nvPr>
            <p:ph type="subTitle"/>
          </p:nvPr>
        </p:nvSpPr>
        <p:spPr>
          <a:xfrm>
            <a:off x="2343240" y="1552680"/>
            <a:ext cx="4447800" cy="1105200"/>
          </a:xfrm>
          <a:prstGeom prst="rect">
            <a:avLst/>
          </a:prstGeom>
          <a:noFill/>
          <a:ln w="0">
            <a:noFill/>
          </a:ln>
        </p:spPr>
        <p:txBody>
          <a:bodyPr lIns="91440" rIns="91440" tIns="91440" bIns="91440" anchor="t">
            <a:spAutoFit/>
          </a:bodyPr>
          <a:p>
            <a:pPr indent="0" algn="ctr">
              <a:lnSpc>
                <a:spcPct val="100000"/>
              </a:lnSpc>
              <a:buNone/>
              <a:tabLst>
                <a:tab algn="l" pos="0"/>
              </a:tabLst>
            </a:pPr>
            <a:r>
              <a:rPr b="1" lang="en" sz="1400" strike="noStrike" u="none">
                <a:solidFill>
                  <a:schemeClr val="dk1"/>
                </a:solidFill>
                <a:effectLst/>
                <a:uFillTx/>
                <a:latin typeface="Funnel Sans"/>
                <a:ea typeface="Funnel Sans"/>
              </a:rPr>
              <a:t>Do you have any questions?</a:t>
            </a:r>
            <a:endParaRPr b="0" lang="en-US" sz="1400" strike="noStrike" u="none">
              <a:solidFill>
                <a:srgbClr val="ffffff"/>
              </a:solidFill>
              <a:effectLst/>
              <a:uFillTx/>
              <a:latin typeface="OpenSymbol"/>
            </a:endParaRPr>
          </a:p>
          <a:p>
            <a:pPr indent="0" algn="ctr">
              <a:lnSpc>
                <a:spcPct val="100000"/>
              </a:lnSpc>
              <a:buNone/>
              <a:tabLst>
                <a:tab algn="l" pos="0"/>
              </a:tabLst>
            </a:pPr>
            <a:r>
              <a:rPr b="0" lang="en" sz="1400" strike="noStrike" u="none">
                <a:solidFill>
                  <a:schemeClr val="dk1"/>
                </a:solidFill>
                <a:effectLst/>
                <a:uFillTx/>
                <a:latin typeface="Funnel Sans"/>
                <a:ea typeface="Funnel Sans"/>
              </a:rPr>
              <a:t>youremail@freepik.com</a:t>
            </a:r>
            <a:endParaRPr b="0" lang="en-US" sz="1400" strike="noStrike" u="none">
              <a:solidFill>
                <a:srgbClr val="ffffff"/>
              </a:solidFill>
              <a:effectLst/>
              <a:uFillTx/>
              <a:latin typeface="OpenSymbol"/>
            </a:endParaRPr>
          </a:p>
          <a:p>
            <a:pPr indent="0" algn="ctr">
              <a:lnSpc>
                <a:spcPct val="100000"/>
              </a:lnSpc>
              <a:buNone/>
              <a:tabLst>
                <a:tab algn="l" pos="0"/>
              </a:tabLst>
            </a:pPr>
            <a:r>
              <a:rPr b="0" lang="en" sz="1400" strike="noStrike" u="none">
                <a:solidFill>
                  <a:schemeClr val="dk1"/>
                </a:solidFill>
                <a:effectLst/>
                <a:uFillTx/>
                <a:latin typeface="Funnel Sans"/>
                <a:ea typeface="Funnel Sans"/>
              </a:rPr>
              <a:t>+00 000 000 000</a:t>
            </a:r>
            <a:endParaRPr b="0" lang="en-US" sz="1400" strike="noStrike" u="none">
              <a:solidFill>
                <a:srgbClr val="ffffff"/>
              </a:solidFill>
              <a:effectLst/>
              <a:uFillTx/>
              <a:latin typeface="OpenSymbol"/>
            </a:endParaRPr>
          </a:p>
          <a:p>
            <a:pPr indent="0" algn="ctr">
              <a:lnSpc>
                <a:spcPct val="100000"/>
              </a:lnSpc>
              <a:buNone/>
              <a:tabLst>
                <a:tab algn="l" pos="0"/>
              </a:tabLst>
            </a:pPr>
            <a:r>
              <a:rPr b="0" lang="en" sz="1400" strike="noStrike" u="none">
                <a:solidFill>
                  <a:schemeClr val="dk1"/>
                </a:solidFill>
                <a:effectLst/>
                <a:uFillTx/>
                <a:latin typeface="Funnel Sans"/>
                <a:ea typeface="Funnel Sans"/>
              </a:rPr>
              <a:t>yourwebsite.com</a:t>
            </a:r>
            <a:endParaRPr b="0" lang="en-US" sz="1400" strike="noStrike" u="none">
              <a:solidFill>
                <a:srgbClr val="ffffff"/>
              </a:solidFill>
              <a:effectLst/>
              <a:uFillTx/>
              <a:latin typeface="OpenSymbol"/>
            </a:endParaRPr>
          </a:p>
        </p:txBody>
      </p:sp>
      <p:sp>
        <p:nvSpPr>
          <p:cNvPr id="115" name="Google Shape;373;p37"/>
          <p:cNvSpPr/>
          <p:nvPr/>
        </p:nvSpPr>
        <p:spPr>
          <a:xfrm>
            <a:off x="2352600" y="4334040"/>
            <a:ext cx="4447800" cy="25668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tabLst>
                <a:tab algn="l" pos="0"/>
              </a:tabLst>
            </a:pPr>
            <a:r>
              <a:rPr b="0" lang="en" sz="1200" strike="noStrike" u="none">
                <a:solidFill>
                  <a:schemeClr val="dk1"/>
                </a:solidFill>
                <a:effectLst/>
                <a:uFillTx/>
                <a:latin typeface="Arial"/>
              </a:rPr>
              <a:t>Please keep this slide for attribution</a:t>
            </a:r>
            <a:endParaRPr b="0" lang="en-US" sz="1200" strike="noStrike" u="none">
              <a:solidFill>
                <a:srgbClr val="ffffff"/>
              </a:solidFill>
              <a:effectLst/>
              <a:uFillTx/>
              <a:latin typeface="OpenSymbol"/>
            </a:endParaRPr>
          </a:p>
        </p:txBody>
      </p:sp>
      <p:sp>
        <p:nvSpPr>
          <p:cNvPr id="116" name="Google Shape;374;p37"/>
          <p:cNvSpPr/>
          <p:nvPr/>
        </p:nvSpPr>
        <p:spPr>
          <a:xfrm>
            <a:off x="3531240" y="2915280"/>
            <a:ext cx="345240" cy="345600"/>
          </a:xfrm>
          <a:custGeom>
            <a:avLst/>
            <a:gdLst>
              <a:gd name="textAreaLeft" fmla="*/ 0 w 345240"/>
              <a:gd name="textAreaRight" fmla="*/ 345600 w 345240"/>
              <a:gd name="textAreaTop" fmla="*/ 0 h 345600"/>
              <a:gd name="textAreaBottom" fmla="*/ 345960 h 345600"/>
            </a:gdLst>
            <a:ahLst/>
            <a:cxnLst/>
            <a:rect l="textAreaLeft" t="textAreaTop" r="textAreaRight" b="textAreaBottom"/>
            <a:pathLst>
              <a:path w="10860" h="10872">
                <a:moveTo>
                  <a:pt x="5430" y="1"/>
                </a:moveTo>
                <a:cubicBezTo>
                  <a:pt x="3990" y="1"/>
                  <a:pt x="2608" y="560"/>
                  <a:pt x="1596" y="1584"/>
                </a:cubicBezTo>
                <a:cubicBezTo>
                  <a:pt x="561" y="2620"/>
                  <a:pt x="1" y="3989"/>
                  <a:pt x="1" y="5430"/>
                </a:cubicBezTo>
                <a:cubicBezTo>
                  <a:pt x="1" y="6561"/>
                  <a:pt x="346" y="7645"/>
                  <a:pt x="1001" y="8573"/>
                </a:cubicBezTo>
                <a:cubicBezTo>
                  <a:pt x="1632" y="9466"/>
                  <a:pt x="2513" y="10145"/>
                  <a:pt x="3537" y="10538"/>
                </a:cubicBezTo>
                <a:cubicBezTo>
                  <a:pt x="3559" y="10544"/>
                  <a:pt x="3579" y="10547"/>
                  <a:pt x="3599" y="10547"/>
                </a:cubicBezTo>
                <a:cubicBezTo>
                  <a:pt x="3656" y="10547"/>
                  <a:pt x="3704" y="10522"/>
                  <a:pt x="3740" y="10478"/>
                </a:cubicBezTo>
                <a:cubicBezTo>
                  <a:pt x="3763" y="10443"/>
                  <a:pt x="3763" y="10395"/>
                  <a:pt x="3763" y="10371"/>
                </a:cubicBezTo>
                <a:lnTo>
                  <a:pt x="3763" y="7275"/>
                </a:lnTo>
                <a:cubicBezTo>
                  <a:pt x="3763" y="7180"/>
                  <a:pt x="3692" y="7097"/>
                  <a:pt x="3585" y="7097"/>
                </a:cubicBezTo>
                <a:lnTo>
                  <a:pt x="2156" y="7097"/>
                </a:lnTo>
                <a:lnTo>
                  <a:pt x="2156" y="5835"/>
                </a:lnTo>
                <a:lnTo>
                  <a:pt x="3585" y="5835"/>
                </a:lnTo>
                <a:cubicBezTo>
                  <a:pt x="3680" y="5835"/>
                  <a:pt x="3763" y="5751"/>
                  <a:pt x="3763" y="5656"/>
                </a:cubicBezTo>
                <a:lnTo>
                  <a:pt x="3763" y="5430"/>
                </a:lnTo>
                <a:cubicBezTo>
                  <a:pt x="3763" y="3942"/>
                  <a:pt x="5180" y="2632"/>
                  <a:pt x="6799" y="2632"/>
                </a:cubicBezTo>
                <a:lnTo>
                  <a:pt x="7550" y="2632"/>
                </a:lnTo>
                <a:lnTo>
                  <a:pt x="7550" y="3894"/>
                </a:lnTo>
                <a:lnTo>
                  <a:pt x="6799" y="3894"/>
                </a:lnTo>
                <a:cubicBezTo>
                  <a:pt x="6311" y="3894"/>
                  <a:pt x="5883" y="4025"/>
                  <a:pt x="5561" y="4287"/>
                </a:cubicBezTo>
                <a:cubicBezTo>
                  <a:pt x="5228" y="4561"/>
                  <a:pt x="5025" y="4966"/>
                  <a:pt x="5025" y="5430"/>
                </a:cubicBezTo>
                <a:lnTo>
                  <a:pt x="5025" y="5656"/>
                </a:lnTo>
                <a:cubicBezTo>
                  <a:pt x="5025" y="5740"/>
                  <a:pt x="5109" y="5835"/>
                  <a:pt x="5204" y="5835"/>
                </a:cubicBezTo>
                <a:lnTo>
                  <a:pt x="5883" y="5835"/>
                </a:lnTo>
                <a:cubicBezTo>
                  <a:pt x="5966" y="5835"/>
                  <a:pt x="6061" y="5751"/>
                  <a:pt x="6061" y="5656"/>
                </a:cubicBezTo>
                <a:cubicBezTo>
                  <a:pt x="6061" y="5561"/>
                  <a:pt x="5978" y="5478"/>
                  <a:pt x="5883" y="5478"/>
                </a:cubicBezTo>
                <a:lnTo>
                  <a:pt x="5371" y="5478"/>
                </a:lnTo>
                <a:lnTo>
                  <a:pt x="5371" y="5418"/>
                </a:lnTo>
                <a:cubicBezTo>
                  <a:pt x="5371" y="4525"/>
                  <a:pt x="6145" y="4204"/>
                  <a:pt x="6799" y="4204"/>
                </a:cubicBezTo>
                <a:lnTo>
                  <a:pt x="7704" y="4204"/>
                </a:lnTo>
                <a:cubicBezTo>
                  <a:pt x="7800" y="4204"/>
                  <a:pt x="7883" y="4132"/>
                  <a:pt x="7883" y="4025"/>
                </a:cubicBezTo>
                <a:lnTo>
                  <a:pt x="7883" y="2418"/>
                </a:lnTo>
                <a:cubicBezTo>
                  <a:pt x="7883" y="2334"/>
                  <a:pt x="7811" y="2239"/>
                  <a:pt x="7704" y="2239"/>
                </a:cubicBezTo>
                <a:lnTo>
                  <a:pt x="6799" y="2239"/>
                </a:lnTo>
                <a:cubicBezTo>
                  <a:pt x="5966" y="2239"/>
                  <a:pt x="5121" y="2572"/>
                  <a:pt x="4466" y="3156"/>
                </a:cubicBezTo>
                <a:cubicBezTo>
                  <a:pt x="3799" y="3763"/>
                  <a:pt x="3418" y="4549"/>
                  <a:pt x="3418" y="5382"/>
                </a:cubicBezTo>
                <a:lnTo>
                  <a:pt x="3418" y="5442"/>
                </a:lnTo>
                <a:lnTo>
                  <a:pt x="1989" y="5442"/>
                </a:lnTo>
                <a:cubicBezTo>
                  <a:pt x="1906" y="5442"/>
                  <a:pt x="1811" y="5513"/>
                  <a:pt x="1811" y="5620"/>
                </a:cubicBezTo>
                <a:lnTo>
                  <a:pt x="1811" y="7228"/>
                </a:lnTo>
                <a:cubicBezTo>
                  <a:pt x="1811" y="7323"/>
                  <a:pt x="1894" y="7406"/>
                  <a:pt x="1989" y="7406"/>
                </a:cubicBezTo>
                <a:lnTo>
                  <a:pt x="3418" y="7406"/>
                </a:lnTo>
                <a:lnTo>
                  <a:pt x="3418" y="10085"/>
                </a:lnTo>
                <a:cubicBezTo>
                  <a:pt x="1561" y="9300"/>
                  <a:pt x="346" y="7442"/>
                  <a:pt x="346" y="5418"/>
                </a:cubicBezTo>
                <a:cubicBezTo>
                  <a:pt x="346" y="2596"/>
                  <a:pt x="2620" y="322"/>
                  <a:pt x="5430" y="322"/>
                </a:cubicBezTo>
                <a:cubicBezTo>
                  <a:pt x="8228" y="322"/>
                  <a:pt x="10526" y="2620"/>
                  <a:pt x="10526" y="5418"/>
                </a:cubicBezTo>
                <a:cubicBezTo>
                  <a:pt x="10526" y="8228"/>
                  <a:pt x="8240" y="10502"/>
                  <a:pt x="5430" y="10502"/>
                </a:cubicBezTo>
                <a:lnTo>
                  <a:pt x="5371" y="10502"/>
                </a:lnTo>
                <a:lnTo>
                  <a:pt x="5371" y="7418"/>
                </a:lnTo>
                <a:lnTo>
                  <a:pt x="7728" y="7418"/>
                </a:lnTo>
                <a:cubicBezTo>
                  <a:pt x="7811" y="7418"/>
                  <a:pt x="7907" y="7347"/>
                  <a:pt x="7907" y="7240"/>
                </a:cubicBezTo>
                <a:lnTo>
                  <a:pt x="7907" y="5656"/>
                </a:lnTo>
                <a:cubicBezTo>
                  <a:pt x="7907" y="5561"/>
                  <a:pt x="7823" y="5478"/>
                  <a:pt x="7728" y="5478"/>
                </a:cubicBezTo>
                <a:lnTo>
                  <a:pt x="6728" y="5478"/>
                </a:lnTo>
                <a:cubicBezTo>
                  <a:pt x="6633" y="5478"/>
                  <a:pt x="6549" y="5549"/>
                  <a:pt x="6549" y="5656"/>
                </a:cubicBezTo>
                <a:cubicBezTo>
                  <a:pt x="6549" y="5740"/>
                  <a:pt x="6621" y="5835"/>
                  <a:pt x="6728" y="5835"/>
                </a:cubicBezTo>
                <a:lnTo>
                  <a:pt x="7561" y="5835"/>
                </a:lnTo>
                <a:lnTo>
                  <a:pt x="7561" y="7097"/>
                </a:lnTo>
                <a:lnTo>
                  <a:pt x="5204" y="7097"/>
                </a:lnTo>
                <a:cubicBezTo>
                  <a:pt x="5121" y="7097"/>
                  <a:pt x="5025" y="7168"/>
                  <a:pt x="5025" y="7275"/>
                </a:cubicBezTo>
                <a:lnTo>
                  <a:pt x="5025" y="10693"/>
                </a:lnTo>
                <a:cubicBezTo>
                  <a:pt x="5025" y="10788"/>
                  <a:pt x="5109" y="10859"/>
                  <a:pt x="5192" y="10871"/>
                </a:cubicBezTo>
                <a:lnTo>
                  <a:pt x="5430" y="10871"/>
                </a:lnTo>
                <a:cubicBezTo>
                  <a:pt x="6871" y="10871"/>
                  <a:pt x="8240" y="10312"/>
                  <a:pt x="9276" y="9288"/>
                </a:cubicBezTo>
                <a:cubicBezTo>
                  <a:pt x="10300" y="8252"/>
                  <a:pt x="10859" y="6883"/>
                  <a:pt x="10859" y="5442"/>
                </a:cubicBezTo>
                <a:cubicBezTo>
                  <a:pt x="10859" y="3989"/>
                  <a:pt x="10300" y="2620"/>
                  <a:pt x="9276" y="1584"/>
                </a:cubicBezTo>
                <a:cubicBezTo>
                  <a:pt x="8240" y="560"/>
                  <a:pt x="6871" y="1"/>
                  <a:pt x="5430" y="1"/>
                </a:cubicBez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117" name="Google Shape;375;p37"/>
          <p:cNvGrpSpPr/>
          <p:nvPr/>
        </p:nvGrpSpPr>
        <p:grpSpPr>
          <a:xfrm>
            <a:off x="4398840" y="2915640"/>
            <a:ext cx="345600" cy="345240"/>
            <a:chOff x="4398840" y="2915640"/>
            <a:chExt cx="345600" cy="345240"/>
          </a:xfrm>
        </p:grpSpPr>
        <p:sp>
          <p:nvSpPr>
            <p:cNvPr id="118" name="Google Shape;376;p37"/>
            <p:cNvSpPr/>
            <p:nvPr/>
          </p:nvSpPr>
          <p:spPr>
            <a:xfrm>
              <a:off x="4398840" y="2915640"/>
              <a:ext cx="345600" cy="345240"/>
            </a:xfrm>
            <a:custGeom>
              <a:avLst/>
              <a:gdLst>
                <a:gd name="textAreaLeft" fmla="*/ 0 w 345600"/>
                <a:gd name="textAreaRight" fmla="*/ 345960 w 345600"/>
                <a:gd name="textAreaTop" fmla="*/ 0 h 345240"/>
                <a:gd name="textAreaBottom" fmla="*/ 345600 h 345240"/>
              </a:gdLst>
              <a:ahLst/>
              <a:cxnLst/>
              <a:rect l="textAreaLeft" t="textAreaTop" r="textAreaRight" b="textAreaBottom"/>
              <a:pathLst>
                <a:path w="10872" h="1086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9" name="Google Shape;377;p37"/>
            <p:cNvSpPr/>
            <p:nvPr/>
          </p:nvSpPr>
          <p:spPr>
            <a:xfrm>
              <a:off x="4463640" y="2980800"/>
              <a:ext cx="214920" cy="214920"/>
            </a:xfrm>
            <a:custGeom>
              <a:avLst/>
              <a:gdLst>
                <a:gd name="textAreaLeft" fmla="*/ 0 w 214920"/>
                <a:gd name="textAreaRight" fmla="*/ 215280 w 214920"/>
                <a:gd name="textAreaTop" fmla="*/ 0 h 214920"/>
                <a:gd name="textAreaBottom" fmla="*/ 215280 h 214920"/>
              </a:gdLst>
              <a:ahLst/>
              <a:cxnLst/>
              <a:rect l="textAreaLeft" t="textAreaTop" r="textAreaRight" b="textAreaBottom"/>
              <a:pathLst>
                <a:path w="6764" h="6764">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0" name="Google Shape;378;p37"/>
            <p:cNvSpPr/>
            <p:nvPr/>
          </p:nvSpPr>
          <p:spPr>
            <a:xfrm>
              <a:off x="4513680" y="3031920"/>
              <a:ext cx="114480" cy="112320"/>
            </a:xfrm>
            <a:custGeom>
              <a:avLst/>
              <a:gdLst>
                <a:gd name="textAreaLeft" fmla="*/ 0 w 114480"/>
                <a:gd name="textAreaRight" fmla="*/ 114840 w 114480"/>
                <a:gd name="textAreaTop" fmla="*/ 0 h 112320"/>
                <a:gd name="textAreaBottom" fmla="*/ 112680 h 112320"/>
              </a:gdLst>
              <a:ahLst/>
              <a:cxnLst/>
              <a:rect l="textAreaLeft" t="textAreaTop" r="textAreaRight" b="textAreaBottom"/>
              <a:pathLst>
                <a:path w="3607" h="3542">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accent2"/>
            </a:solidFill>
            <a:ln w="0">
              <a:noFill/>
            </a:ln>
          </p:spPr>
          <p:style>
            <a:lnRef idx="0"/>
            <a:fillRef idx="0"/>
            <a:effectRef idx="0"/>
            <a:fontRef idx="minor"/>
          </p:style>
          <p:txBody>
            <a:bodyPr tIns="56160" bIns="561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1" name="Google Shape;379;p37"/>
            <p:cNvSpPr/>
            <p:nvPr/>
          </p:nvSpPr>
          <p:spPr>
            <a:xfrm>
              <a:off x="4614840" y="3008520"/>
              <a:ext cx="29160" cy="28800"/>
            </a:xfrm>
            <a:custGeom>
              <a:avLst/>
              <a:gdLst>
                <a:gd name="textAreaLeft" fmla="*/ 0 w 29160"/>
                <a:gd name="textAreaRight" fmla="*/ 29520 w 29160"/>
                <a:gd name="textAreaTop" fmla="*/ 0 h 28800"/>
                <a:gd name="textAreaBottom" fmla="*/ 29160 h 28800"/>
              </a:gdLst>
              <a:ahLst/>
              <a:cxnLst/>
              <a:rect l="textAreaLeft" t="textAreaTop" r="textAreaRight" b="textAreaBottom"/>
              <a:pathLst>
                <a:path w="929" h="918">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accent2"/>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22" name="Google Shape;380;p37"/>
          <p:cNvGrpSpPr/>
          <p:nvPr/>
        </p:nvGrpSpPr>
        <p:grpSpPr>
          <a:xfrm>
            <a:off x="5267160" y="2915640"/>
            <a:ext cx="345600" cy="345240"/>
            <a:chOff x="5267160" y="2915640"/>
            <a:chExt cx="345600" cy="345240"/>
          </a:xfrm>
        </p:grpSpPr>
        <p:sp>
          <p:nvSpPr>
            <p:cNvPr id="123" name="Google Shape;381;p37"/>
            <p:cNvSpPr/>
            <p:nvPr/>
          </p:nvSpPr>
          <p:spPr>
            <a:xfrm>
              <a:off x="5267160" y="2915640"/>
              <a:ext cx="345600" cy="345240"/>
            </a:xfrm>
            <a:custGeom>
              <a:avLst/>
              <a:gdLst>
                <a:gd name="textAreaLeft" fmla="*/ 0 w 345600"/>
                <a:gd name="textAreaRight" fmla="*/ 345960 w 345600"/>
                <a:gd name="textAreaTop" fmla="*/ 0 h 345240"/>
                <a:gd name="textAreaBottom" fmla="*/ 345600 h 345240"/>
              </a:gdLst>
              <a:ahLst/>
              <a:cxnLst/>
              <a:rect l="textAreaLeft" t="textAreaTop" r="textAreaRight" b="textAreaBottom"/>
              <a:pathLst>
                <a:path w="10872" h="1086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4" name="Google Shape;382;p37"/>
            <p:cNvSpPr/>
            <p:nvPr/>
          </p:nvSpPr>
          <p:spPr>
            <a:xfrm>
              <a:off x="5346720" y="3053880"/>
              <a:ext cx="47520" cy="120240"/>
            </a:xfrm>
            <a:custGeom>
              <a:avLst/>
              <a:gdLst>
                <a:gd name="textAreaLeft" fmla="*/ 0 w 47520"/>
                <a:gd name="textAreaRight" fmla="*/ 47880 w 47520"/>
                <a:gd name="textAreaTop" fmla="*/ 0 h 120240"/>
                <a:gd name="textAreaBottom" fmla="*/ 120600 h 120240"/>
              </a:gdLst>
              <a:ahLst/>
              <a:cxnLst/>
              <a:rect l="textAreaLeft" t="textAreaTop" r="textAreaRight" b="textAreaBottom"/>
              <a:pathLst>
                <a:path w="1502" h="3787">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accent2"/>
            </a:solidFill>
            <a:ln w="0">
              <a:noFill/>
            </a:ln>
          </p:spPr>
          <p:style>
            <a:lnRef idx="0"/>
            <a:fillRef idx="0"/>
            <a:effectRef idx="0"/>
            <a:fontRef idx="minor"/>
          </p:style>
          <p:txBody>
            <a:bodyPr tIns="60120" bIns="60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5" name="Google Shape;383;p37"/>
            <p:cNvSpPr/>
            <p:nvPr/>
          </p:nvSpPr>
          <p:spPr>
            <a:xfrm>
              <a:off x="5339520" y="2988360"/>
              <a:ext cx="54720" cy="54720"/>
            </a:xfrm>
            <a:custGeom>
              <a:avLst/>
              <a:gdLst>
                <a:gd name="textAreaLeft" fmla="*/ 0 w 54720"/>
                <a:gd name="textAreaRight" fmla="*/ 55080 w 54720"/>
                <a:gd name="textAreaTop" fmla="*/ 0 h 54720"/>
                <a:gd name="textAreaBottom" fmla="*/ 55080 h 54720"/>
              </a:gdLst>
              <a:ahLst/>
              <a:cxnLst/>
              <a:rect l="textAreaLeft" t="textAreaTop" r="textAreaRight" b="textAreaBottom"/>
              <a:pathLst>
                <a:path w="1728" h="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accent2"/>
            </a:solidFill>
            <a:ln w="0">
              <a:noFill/>
            </a:ln>
          </p:spPr>
          <p:style>
            <a:lnRef idx="0"/>
            <a:fillRef idx="0"/>
            <a:effectRef idx="0"/>
            <a:fontRef idx="minor"/>
          </p:style>
          <p:txBody>
            <a:bodyPr tIns="27360" bIns="27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6" name="Google Shape;384;p37"/>
            <p:cNvSpPr/>
            <p:nvPr/>
          </p:nvSpPr>
          <p:spPr>
            <a:xfrm>
              <a:off x="5419440" y="3053880"/>
              <a:ext cx="127800" cy="120240"/>
            </a:xfrm>
            <a:custGeom>
              <a:avLst/>
              <a:gdLst>
                <a:gd name="textAreaLeft" fmla="*/ 0 w 127800"/>
                <a:gd name="textAreaRight" fmla="*/ 128160 w 127800"/>
                <a:gd name="textAreaTop" fmla="*/ 0 h 120240"/>
                <a:gd name="textAreaBottom" fmla="*/ 120600 h 120240"/>
              </a:gdLst>
              <a:ahLst/>
              <a:cxnLst/>
              <a:rect l="textAreaLeft" t="textAreaTop" r="textAreaRight" b="textAreaBottom"/>
              <a:pathLst>
                <a:path w="4026" h="3787">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accent2"/>
            </a:solidFill>
            <a:ln w="0">
              <a:noFill/>
            </a:ln>
          </p:spPr>
          <p:style>
            <a:lnRef idx="0"/>
            <a:fillRef idx="0"/>
            <a:effectRef idx="0"/>
            <a:fontRef idx="minor"/>
          </p:style>
          <p:txBody>
            <a:bodyPr tIns="60120" bIns="60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Computer Architecture by Slidesgo">
  <a:themeElements>
    <a:clrScheme name="Simple Light">
      <a:dk1>
        <a:srgbClr val="ffffff"/>
      </a:dk1>
      <a:lt1>
        <a:srgbClr val="0e0e0e"/>
      </a:lt1>
      <a:dk2>
        <a:srgbClr val="ffffff"/>
      </a:dk2>
      <a:lt2>
        <a:srgbClr val="222222"/>
      </a:lt2>
      <a:accent1>
        <a:srgbClr val="d9d9d9"/>
      </a:accent1>
      <a:accent2>
        <a:srgbClr val="00ffa4"/>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LibreOffice/25.2.4.3$Linux_X86_64 LibreOffice_project/520$Build-3</Application>
  <AppVersion>15.0000</AppVersion>
  <Company>Microsoft Corporation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2025-11-29T13:32:17Z</dcterms:created>
  <dc:creator>Unknown Creator</dc:creator>
  <dc:description/>
  <dc:language>en-US</dc:language>
  <cp:lastModifiedBy>Unknown Creator</cp:lastModifiedBy>
  <dcterms:modified xsi:type="dcterms:W3CDTF">2025-11-29T13:32:17Z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